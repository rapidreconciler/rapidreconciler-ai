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55952-A374-4247-909D-645A1E996689}" v="50" dt="2025-03-01T13:43:4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7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Gutkowski" userId="e7cb1fce-fb41-4085-9dc5-d49e85ce800c" providerId="ADAL" clId="{C743AAFD-178C-4F4C-9FD3-3890AC1B81E9}"/>
    <pc:docChg chg="undo custSel modSld">
      <pc:chgData name="Edward Gutkowski" userId="e7cb1fce-fb41-4085-9dc5-d49e85ce800c" providerId="ADAL" clId="{C743AAFD-178C-4F4C-9FD3-3890AC1B81E9}" dt="2021-12-10T16:22:04.587" v="1626" actId="1076"/>
      <pc:docMkLst>
        <pc:docMk/>
      </pc:docMkLst>
      <pc:sldChg chg="addSp delSp modSp mod">
        <pc:chgData name="Edward Gutkowski" userId="e7cb1fce-fb41-4085-9dc5-d49e85ce800c" providerId="ADAL" clId="{C743AAFD-178C-4F4C-9FD3-3890AC1B81E9}" dt="2021-12-10T16:22:04.587" v="1626" actId="1076"/>
        <pc:sldMkLst>
          <pc:docMk/>
          <pc:sldMk cId="2960897671" sldId="256"/>
        </pc:sldMkLst>
      </pc:sldChg>
      <pc:sldChg chg="addSp modSp">
        <pc:chgData name="Edward Gutkowski" userId="e7cb1fce-fb41-4085-9dc5-d49e85ce800c" providerId="ADAL" clId="{C743AAFD-178C-4F4C-9FD3-3890AC1B81E9}" dt="2021-11-16T18:42:39.186" v="1492"/>
        <pc:sldMkLst>
          <pc:docMk/>
          <pc:sldMk cId="663756735" sldId="257"/>
        </pc:sldMkLst>
      </pc:sldChg>
    </pc:docChg>
  </pc:docChgLst>
  <pc:docChgLst>
    <pc:chgData name="Edward Gutkowski" userId="e7cb1fce-fb41-4085-9dc5-d49e85ce800c" providerId="ADAL" clId="{72EADE6E-F357-4BF1-9A5A-A8B78DFA8504}"/>
    <pc:docChg chg="custSel modSld">
      <pc:chgData name="Edward Gutkowski" userId="e7cb1fce-fb41-4085-9dc5-d49e85ce800c" providerId="ADAL" clId="{72EADE6E-F357-4BF1-9A5A-A8B78DFA8504}" dt="2023-04-04T18:14:37.600" v="9" actId="478"/>
      <pc:docMkLst>
        <pc:docMk/>
      </pc:docMkLst>
      <pc:sldChg chg="addSp delSp modSp mod">
        <pc:chgData name="Edward Gutkowski" userId="e7cb1fce-fb41-4085-9dc5-d49e85ce800c" providerId="ADAL" clId="{72EADE6E-F357-4BF1-9A5A-A8B78DFA8504}" dt="2023-04-04T18:14:37.600" v="9" actId="478"/>
        <pc:sldMkLst>
          <pc:docMk/>
          <pc:sldMk cId="2960897671" sldId="256"/>
        </pc:sldMkLst>
      </pc:sldChg>
    </pc:docChg>
  </pc:docChgLst>
  <pc:docChgLst>
    <pc:chgData name="Edward Gutkowski" userId="e7cb1fce-fb41-4085-9dc5-d49e85ce800c" providerId="ADAL" clId="{AB055952-A374-4247-909D-645A1E996689}"/>
    <pc:docChg chg="undo custSel addSld delSld modSld">
      <pc:chgData name="Edward Gutkowski" userId="e7cb1fce-fb41-4085-9dc5-d49e85ce800c" providerId="ADAL" clId="{AB055952-A374-4247-909D-645A1E996689}" dt="2025-03-01T13:44:30.270" v="1284" actId="6549"/>
      <pc:docMkLst>
        <pc:docMk/>
      </pc:docMkLst>
      <pc:sldChg chg="addSp delSp modSp new mod">
        <pc:chgData name="Edward Gutkowski" userId="e7cb1fce-fb41-4085-9dc5-d49e85ce800c" providerId="ADAL" clId="{AB055952-A374-4247-909D-645A1E996689}" dt="2025-02-27T14:41:15.435" v="681" actId="692"/>
        <pc:sldMkLst>
          <pc:docMk/>
          <pc:sldMk cId="1706830270" sldId="260"/>
        </pc:sldMkLst>
        <pc:spChg chg="add mod">
          <ac:chgData name="Edward Gutkowski" userId="e7cb1fce-fb41-4085-9dc5-d49e85ce800c" providerId="ADAL" clId="{AB055952-A374-4247-909D-645A1E996689}" dt="2025-02-24T13:53:44.983" v="586" actId="1076"/>
          <ac:spMkLst>
            <pc:docMk/>
            <pc:sldMk cId="1706830270" sldId="260"/>
            <ac:spMk id="3" creationId="{C62AEA44-9286-4816-DD94-C606B5DF542B}"/>
          </ac:spMkLst>
        </pc:spChg>
        <pc:spChg chg="add mod">
          <ac:chgData name="Edward Gutkowski" userId="e7cb1fce-fb41-4085-9dc5-d49e85ce800c" providerId="ADAL" clId="{AB055952-A374-4247-909D-645A1E996689}" dt="2025-02-24T13:08:08.400" v="5"/>
          <ac:spMkLst>
            <pc:docMk/>
            <pc:sldMk cId="1706830270" sldId="260"/>
            <ac:spMk id="6" creationId="{A99DC800-8554-695C-8027-213D7FD85307}"/>
          </ac:spMkLst>
        </pc:spChg>
        <pc:spChg chg="mod">
          <ac:chgData name="Edward Gutkowski" userId="e7cb1fce-fb41-4085-9dc5-d49e85ce800c" providerId="ADAL" clId="{AB055952-A374-4247-909D-645A1E996689}" dt="2025-02-24T14:00:06.770" v="660" actId="1076"/>
          <ac:spMkLst>
            <pc:docMk/>
            <pc:sldMk cId="1706830270" sldId="260"/>
            <ac:spMk id="7" creationId="{6B46715C-6EAC-1FD8-EDA2-C6893006BBFB}"/>
          </ac:spMkLst>
        </pc:spChg>
        <pc:spChg chg="add mod">
          <ac:chgData name="Edward Gutkowski" userId="e7cb1fce-fb41-4085-9dc5-d49e85ce800c" providerId="ADAL" clId="{AB055952-A374-4247-909D-645A1E996689}" dt="2025-02-24T13:08:08.400" v="5"/>
          <ac:spMkLst>
            <pc:docMk/>
            <pc:sldMk cId="1706830270" sldId="260"/>
            <ac:spMk id="12" creationId="{F334EF6E-E507-1970-AF7E-B443BBC6EA30}"/>
          </ac:spMkLst>
        </pc:spChg>
        <pc:spChg chg="mod">
          <ac:chgData name="Edward Gutkowski" userId="e7cb1fce-fb41-4085-9dc5-d49e85ce800c" providerId="ADAL" clId="{AB055952-A374-4247-909D-645A1E996689}" dt="2025-02-24T13:47:31.650" v="582" actId="1076"/>
          <ac:spMkLst>
            <pc:docMk/>
            <pc:sldMk cId="1706830270" sldId="260"/>
            <ac:spMk id="13" creationId="{0575B7AE-A5FF-FA78-1634-D96A699E27CB}"/>
          </ac:spMkLst>
        </pc:spChg>
        <pc:spChg chg="mod">
          <ac:chgData name="Edward Gutkowski" userId="e7cb1fce-fb41-4085-9dc5-d49e85ce800c" providerId="ADAL" clId="{AB055952-A374-4247-909D-645A1E996689}" dt="2025-02-24T13:42:36.906" v="540" actId="1076"/>
          <ac:spMkLst>
            <pc:docMk/>
            <pc:sldMk cId="1706830270" sldId="260"/>
            <ac:spMk id="16" creationId="{9EE153CE-D2AE-73CC-AD55-45CA1FD50043}"/>
          </ac:spMkLst>
        </pc:spChg>
        <pc:spChg chg="add mod">
          <ac:chgData name="Edward Gutkowski" userId="e7cb1fce-fb41-4085-9dc5-d49e85ce800c" providerId="ADAL" clId="{AB055952-A374-4247-909D-645A1E996689}" dt="2025-02-24T13:29:49.666" v="389" actId="1076"/>
          <ac:spMkLst>
            <pc:docMk/>
            <pc:sldMk cId="1706830270" sldId="260"/>
            <ac:spMk id="19" creationId="{AD8BDFE9-27C0-D390-669F-6A180BA21093}"/>
          </ac:spMkLst>
        </pc:spChg>
        <pc:spChg chg="add mod">
          <ac:chgData name="Edward Gutkowski" userId="e7cb1fce-fb41-4085-9dc5-d49e85ce800c" providerId="ADAL" clId="{AB055952-A374-4247-909D-645A1E996689}" dt="2025-02-24T13:08:08.400" v="5"/>
          <ac:spMkLst>
            <pc:docMk/>
            <pc:sldMk cId="1706830270" sldId="260"/>
            <ac:spMk id="22" creationId="{D6684915-0334-DEDB-D181-E96817ECE520}"/>
          </ac:spMkLst>
        </pc:spChg>
        <pc:spChg chg="add mod">
          <ac:chgData name="Edward Gutkowski" userId="e7cb1fce-fb41-4085-9dc5-d49e85ce800c" providerId="ADAL" clId="{AB055952-A374-4247-909D-645A1E996689}" dt="2025-02-24T13:08:08.400" v="5"/>
          <ac:spMkLst>
            <pc:docMk/>
            <pc:sldMk cId="1706830270" sldId="260"/>
            <ac:spMk id="27" creationId="{3612E61B-DC83-2215-E836-5EF77E5B1DEC}"/>
          </ac:spMkLst>
        </pc:spChg>
        <pc:spChg chg="mod">
          <ac:chgData name="Edward Gutkowski" userId="e7cb1fce-fb41-4085-9dc5-d49e85ce800c" providerId="ADAL" clId="{AB055952-A374-4247-909D-645A1E996689}" dt="2025-02-24T13:53:50.938" v="587" actId="1076"/>
          <ac:spMkLst>
            <pc:docMk/>
            <pc:sldMk cId="1706830270" sldId="260"/>
            <ac:spMk id="29" creationId="{26358F90-762A-9453-F560-E33F0600564F}"/>
          </ac:spMkLst>
        </pc:spChg>
        <pc:spChg chg="mod">
          <ac:chgData name="Edward Gutkowski" userId="e7cb1fce-fb41-4085-9dc5-d49e85ce800c" providerId="ADAL" clId="{AB055952-A374-4247-909D-645A1E996689}" dt="2025-02-24T13:42:36.906" v="540" actId="1076"/>
          <ac:spMkLst>
            <pc:docMk/>
            <pc:sldMk cId="1706830270" sldId="260"/>
            <ac:spMk id="31" creationId="{814A75C8-AAE8-BA73-8721-D415FA015320}"/>
          </ac:spMkLst>
        </pc:spChg>
        <pc:spChg chg="mod">
          <ac:chgData name="Edward Gutkowski" userId="e7cb1fce-fb41-4085-9dc5-d49e85ce800c" providerId="ADAL" clId="{AB055952-A374-4247-909D-645A1E996689}" dt="2025-02-24T13:56:01.563" v="625" actId="113"/>
          <ac:spMkLst>
            <pc:docMk/>
            <pc:sldMk cId="1706830270" sldId="260"/>
            <ac:spMk id="34" creationId="{D17F5641-0D78-60E5-901C-16045ACD678D}"/>
          </ac:spMkLst>
        </pc:spChg>
        <pc:spChg chg="mod">
          <ac:chgData name="Edward Gutkowski" userId="e7cb1fce-fb41-4085-9dc5-d49e85ce800c" providerId="ADAL" clId="{AB055952-A374-4247-909D-645A1E996689}" dt="2025-02-24T13:42:36.906" v="540" actId="1076"/>
          <ac:spMkLst>
            <pc:docMk/>
            <pc:sldMk cId="1706830270" sldId="260"/>
            <ac:spMk id="36" creationId="{270C699A-F13B-5777-EDE8-21AB84BF7490}"/>
          </ac:spMkLst>
        </pc:spChg>
        <pc:spChg chg="mod">
          <ac:chgData name="Edward Gutkowski" userId="e7cb1fce-fb41-4085-9dc5-d49e85ce800c" providerId="ADAL" clId="{AB055952-A374-4247-909D-645A1E996689}" dt="2025-02-24T13:57:17.103" v="643" actId="20577"/>
          <ac:spMkLst>
            <pc:docMk/>
            <pc:sldMk cId="1706830270" sldId="260"/>
            <ac:spMk id="37" creationId="{1E560FFB-2423-A225-896B-8953AB5116E8}"/>
          </ac:spMkLst>
        </pc:spChg>
        <pc:spChg chg="mod">
          <ac:chgData name="Edward Gutkowski" userId="e7cb1fce-fb41-4085-9dc5-d49e85ce800c" providerId="ADAL" clId="{AB055952-A374-4247-909D-645A1E996689}" dt="2025-02-24T13:45:58.613" v="574" actId="1076"/>
          <ac:spMkLst>
            <pc:docMk/>
            <pc:sldMk cId="1706830270" sldId="260"/>
            <ac:spMk id="42" creationId="{DD6A8B8B-D671-065A-3890-466526023E7F}"/>
          </ac:spMkLst>
        </pc:spChg>
        <pc:spChg chg="add mod">
          <ac:chgData name="Edward Gutkowski" userId="e7cb1fce-fb41-4085-9dc5-d49e85ce800c" providerId="ADAL" clId="{AB055952-A374-4247-909D-645A1E996689}" dt="2025-02-24T13:53:34.535" v="584" actId="1076"/>
          <ac:spMkLst>
            <pc:docMk/>
            <pc:sldMk cId="1706830270" sldId="260"/>
            <ac:spMk id="43" creationId="{6ED20BA2-2423-22AE-81EE-553C629BF31C}"/>
          </ac:spMkLst>
        </pc:spChg>
        <pc:spChg chg="add mod">
          <ac:chgData name="Edward Gutkowski" userId="e7cb1fce-fb41-4085-9dc5-d49e85ce800c" providerId="ADAL" clId="{AB055952-A374-4247-909D-645A1E996689}" dt="2025-02-24T13:54:10.503" v="596" actId="20577"/>
          <ac:spMkLst>
            <pc:docMk/>
            <pc:sldMk cId="1706830270" sldId="260"/>
            <ac:spMk id="47" creationId="{CAE81D29-681C-6078-887E-39B3C1E1079E}"/>
          </ac:spMkLst>
        </pc:spChg>
        <pc:spChg chg="add mod">
          <ac:chgData name="Edward Gutkowski" userId="e7cb1fce-fb41-4085-9dc5-d49e85ce800c" providerId="ADAL" clId="{AB055952-A374-4247-909D-645A1E996689}" dt="2025-02-24T13:43:16.189" v="542" actId="164"/>
          <ac:spMkLst>
            <pc:docMk/>
            <pc:sldMk cId="1706830270" sldId="260"/>
            <ac:spMk id="49" creationId="{BE6C189D-5606-FD65-CBA6-7DB7F69BDCEE}"/>
          </ac:spMkLst>
        </pc:spChg>
        <pc:spChg chg="add mod">
          <ac:chgData name="Edward Gutkowski" userId="e7cb1fce-fb41-4085-9dc5-d49e85ce800c" providerId="ADAL" clId="{AB055952-A374-4247-909D-645A1E996689}" dt="2025-02-24T13:44:27.071" v="560" actId="20577"/>
          <ac:spMkLst>
            <pc:docMk/>
            <pc:sldMk cId="1706830270" sldId="260"/>
            <ac:spMk id="50" creationId="{9006F6D9-F1F6-0AC0-28A0-62F1F0127C08}"/>
          </ac:spMkLst>
        </pc:spChg>
        <pc:spChg chg="add mod">
          <ac:chgData name="Edward Gutkowski" userId="e7cb1fce-fb41-4085-9dc5-d49e85ce800c" providerId="ADAL" clId="{AB055952-A374-4247-909D-645A1E996689}" dt="2025-02-24T13:53:37.602" v="585" actId="1076"/>
          <ac:spMkLst>
            <pc:docMk/>
            <pc:sldMk cId="1706830270" sldId="260"/>
            <ac:spMk id="53" creationId="{45873453-AF16-73AF-4172-321207AC426C}"/>
          </ac:spMkLst>
        </pc:spChg>
        <pc:spChg chg="add mod">
          <ac:chgData name="Edward Gutkowski" userId="e7cb1fce-fb41-4085-9dc5-d49e85ce800c" providerId="ADAL" clId="{AB055952-A374-4247-909D-645A1E996689}" dt="2025-02-24T13:59:40.310" v="654" actId="6549"/>
          <ac:spMkLst>
            <pc:docMk/>
            <pc:sldMk cId="1706830270" sldId="260"/>
            <ac:spMk id="55" creationId="{180C8F6F-403B-8236-7D41-145D55193A21}"/>
          </ac:spMkLst>
        </pc:spChg>
        <pc:spChg chg="add mod">
          <ac:chgData name="Edward Gutkowski" userId="e7cb1fce-fb41-4085-9dc5-d49e85ce800c" providerId="ADAL" clId="{AB055952-A374-4247-909D-645A1E996689}" dt="2025-02-24T14:01:02.567" v="662" actId="14100"/>
          <ac:spMkLst>
            <pc:docMk/>
            <pc:sldMk cId="1706830270" sldId="260"/>
            <ac:spMk id="62" creationId="{0BBADEAB-AD02-2860-3FEF-405FAD9E8005}"/>
          </ac:spMkLst>
        </pc:spChg>
        <pc:spChg chg="add mod">
          <ac:chgData name="Edward Gutkowski" userId="e7cb1fce-fb41-4085-9dc5-d49e85ce800c" providerId="ADAL" clId="{AB055952-A374-4247-909D-645A1E996689}" dt="2025-02-24T13:45:27.870" v="572" actId="207"/>
          <ac:spMkLst>
            <pc:docMk/>
            <pc:sldMk cId="1706830270" sldId="260"/>
            <ac:spMk id="65" creationId="{2DE8142B-5EB7-098F-98B0-581866FA110B}"/>
          </ac:spMkLst>
        </pc:spChg>
        <pc:spChg chg="add mod">
          <ac:chgData name="Edward Gutkowski" userId="e7cb1fce-fb41-4085-9dc5-d49e85ce800c" providerId="ADAL" clId="{AB055952-A374-4247-909D-645A1E996689}" dt="2025-02-27T14:39:07.804" v="669" actId="1076"/>
          <ac:spMkLst>
            <pc:docMk/>
            <pc:sldMk cId="1706830270" sldId="260"/>
            <ac:spMk id="71" creationId="{8DC39953-906B-5CC7-C386-83159C1BB82A}"/>
          </ac:spMkLst>
        </pc:spChg>
        <pc:grpChg chg="mod">
          <ac:chgData name="Edward Gutkowski" userId="e7cb1fce-fb41-4085-9dc5-d49e85ce800c" providerId="ADAL" clId="{AB055952-A374-4247-909D-645A1E996689}" dt="2025-02-24T13:54:56.642" v="602" actId="14100"/>
          <ac:grpSpMkLst>
            <pc:docMk/>
            <pc:sldMk cId="1706830270" sldId="260"/>
            <ac:grpSpMk id="30" creationId="{05AB69D9-2950-055A-0F36-5CD8B3F7212A}"/>
          </ac:grpSpMkLst>
        </pc:grpChg>
        <pc:grpChg chg="mod">
          <ac:chgData name="Edward Gutkowski" userId="e7cb1fce-fb41-4085-9dc5-d49e85ce800c" providerId="ADAL" clId="{AB055952-A374-4247-909D-645A1E996689}" dt="2025-02-24T13:22:23.628" v="232" actId="1076"/>
          <ac:grpSpMkLst>
            <pc:docMk/>
            <pc:sldMk cId="1706830270" sldId="260"/>
            <ac:grpSpMk id="35" creationId="{AA205A3B-F56A-A75F-2187-6825FD42C63C}"/>
          </ac:grpSpMkLst>
        </pc:grpChg>
        <pc:grpChg chg="add mod">
          <ac:chgData name="Edward Gutkowski" userId="e7cb1fce-fb41-4085-9dc5-d49e85ce800c" providerId="ADAL" clId="{AB055952-A374-4247-909D-645A1E996689}" dt="2025-02-24T13:44:52.102" v="567" actId="1076"/>
          <ac:grpSpMkLst>
            <pc:docMk/>
            <pc:sldMk cId="1706830270" sldId="260"/>
            <ac:grpSpMk id="64" creationId="{1B855265-44FC-96D9-D6B6-1468AD71ED0D}"/>
          </ac:grpSpMkLst>
        </pc:grpChg>
        <pc:picChg chg="mod">
          <ac:chgData name="Edward Gutkowski" userId="e7cb1fce-fb41-4085-9dc5-d49e85ce800c" providerId="ADAL" clId="{AB055952-A374-4247-909D-645A1E996689}" dt="2025-02-24T13:54:26.651" v="599" actId="1076"/>
          <ac:picMkLst>
            <pc:docMk/>
            <pc:sldMk cId="1706830270" sldId="260"/>
            <ac:picMk id="8" creationId="{15EA7027-7C09-24ED-6B30-365A09EBFB89}"/>
          </ac:picMkLst>
        </pc:picChg>
        <pc:picChg chg="mod">
          <ac:chgData name="Edward Gutkowski" userId="e7cb1fce-fb41-4085-9dc5-d49e85ce800c" providerId="ADAL" clId="{AB055952-A374-4247-909D-645A1E996689}" dt="2025-02-24T13:46:54.606" v="579" actId="1076"/>
          <ac:picMkLst>
            <pc:docMk/>
            <pc:sldMk cId="1706830270" sldId="260"/>
            <ac:picMk id="9" creationId="{4CADB091-1FAA-3CF2-D882-59C9EC007B25}"/>
          </ac:picMkLst>
        </pc:picChg>
        <pc:picChg chg="mod">
          <ac:chgData name="Edward Gutkowski" userId="e7cb1fce-fb41-4085-9dc5-d49e85ce800c" providerId="ADAL" clId="{AB055952-A374-4247-909D-645A1E996689}" dt="2025-02-24T13:29:38.308" v="388" actId="1076"/>
          <ac:picMkLst>
            <pc:docMk/>
            <pc:sldMk cId="1706830270" sldId="260"/>
            <ac:picMk id="15" creationId="{ACCD0632-A724-DBD1-B302-6065EABB9353}"/>
          </ac:picMkLst>
        </pc:picChg>
        <pc:picChg chg="mod">
          <ac:chgData name="Edward Gutkowski" userId="e7cb1fce-fb41-4085-9dc5-d49e85ce800c" providerId="ADAL" clId="{AB055952-A374-4247-909D-645A1E996689}" dt="2025-02-24T13:42:43.286" v="541" actId="14100"/>
          <ac:picMkLst>
            <pc:docMk/>
            <pc:sldMk cId="1706830270" sldId="260"/>
            <ac:picMk id="28" creationId="{057A2FD7-D7B2-2F54-5598-02FE1E0438FE}"/>
          </ac:picMkLst>
        </pc:picChg>
        <pc:cxnChg chg="add mod">
          <ac:chgData name="Edward Gutkowski" userId="e7cb1fce-fb41-4085-9dc5-d49e85ce800c" providerId="ADAL" clId="{AB055952-A374-4247-909D-645A1E996689}" dt="2025-02-27T14:38:19.018" v="665" actId="692"/>
          <ac:cxnSpMkLst>
            <pc:docMk/>
            <pc:sldMk cId="1706830270" sldId="260"/>
            <ac:cxnSpMk id="4" creationId="{92C50975-CB23-664D-FED5-9776DEFE9FAF}"/>
          </ac:cxnSpMkLst>
        </pc:cxnChg>
        <pc:cxnChg chg="add mod">
          <ac:chgData name="Edward Gutkowski" userId="e7cb1fce-fb41-4085-9dc5-d49e85ce800c" providerId="ADAL" clId="{AB055952-A374-4247-909D-645A1E996689}" dt="2025-02-27T14:39:07.804" v="669" actId="1076"/>
          <ac:cxnSpMkLst>
            <pc:docMk/>
            <pc:sldMk cId="1706830270" sldId="260"/>
            <ac:cxnSpMk id="17" creationId="{23C67EFD-DC6D-1A7A-B771-D75C954E3861}"/>
          </ac:cxnSpMkLst>
        </pc:cxnChg>
        <pc:cxnChg chg="mod">
          <ac:chgData name="Edward Gutkowski" userId="e7cb1fce-fb41-4085-9dc5-d49e85ce800c" providerId="ADAL" clId="{AB055952-A374-4247-909D-645A1E996689}" dt="2025-02-27T14:39:52.848" v="671" actId="14100"/>
          <ac:cxnSpMkLst>
            <pc:docMk/>
            <pc:sldMk cId="1706830270" sldId="260"/>
            <ac:cxnSpMk id="21" creationId="{7EDEA6A9-9D13-B383-83E6-0779A6BC10B5}"/>
          </ac:cxnSpMkLst>
        </pc:cxnChg>
        <pc:cxnChg chg="mod">
          <ac:chgData name="Edward Gutkowski" userId="e7cb1fce-fb41-4085-9dc5-d49e85ce800c" providerId="ADAL" clId="{AB055952-A374-4247-909D-645A1E996689}" dt="2025-02-24T13:46:54.606" v="579" actId="1076"/>
          <ac:cxnSpMkLst>
            <pc:docMk/>
            <pc:sldMk cId="1706830270" sldId="260"/>
            <ac:cxnSpMk id="26" creationId="{0FA66EB2-0B38-9BF1-C502-1291AD02A484}"/>
          </ac:cxnSpMkLst>
        </pc:cxnChg>
        <pc:cxnChg chg="mod">
          <ac:chgData name="Edward Gutkowski" userId="e7cb1fce-fb41-4085-9dc5-d49e85ce800c" providerId="ADAL" clId="{AB055952-A374-4247-909D-645A1E996689}" dt="2025-02-24T13:29:38.308" v="388" actId="1076"/>
          <ac:cxnSpMkLst>
            <pc:docMk/>
            <pc:sldMk cId="1706830270" sldId="260"/>
            <ac:cxnSpMk id="41" creationId="{C51BD4B5-4EC5-4C52-5DAA-7B7056808E31}"/>
          </ac:cxnSpMkLst>
        </pc:cxnChg>
        <pc:cxnChg chg="add mod">
          <ac:chgData name="Edward Gutkowski" userId="e7cb1fce-fb41-4085-9dc5-d49e85ce800c" providerId="ADAL" clId="{AB055952-A374-4247-909D-645A1E996689}" dt="2025-02-27T14:41:15.435" v="681" actId="692"/>
          <ac:cxnSpMkLst>
            <pc:docMk/>
            <pc:sldMk cId="1706830270" sldId="260"/>
            <ac:cxnSpMk id="44" creationId="{92BD8B6D-0627-5CDD-FE69-639B0AAFD6B2}"/>
          </ac:cxnSpMkLst>
        </pc:cxnChg>
      </pc:sldChg>
      <pc:sldChg chg="addSp delSp modSp add mod">
        <pc:chgData name="Edward Gutkowski" userId="e7cb1fce-fb41-4085-9dc5-d49e85ce800c" providerId="ADAL" clId="{AB055952-A374-4247-909D-645A1E996689}" dt="2025-03-01T13:44:30.270" v="1284" actId="6549"/>
        <pc:sldMkLst>
          <pc:docMk/>
          <pc:sldMk cId="877669525" sldId="261"/>
        </pc:sldMkLst>
        <pc:spChg chg="mod">
          <ac:chgData name="Edward Gutkowski" userId="e7cb1fce-fb41-4085-9dc5-d49e85ce800c" providerId="ADAL" clId="{AB055952-A374-4247-909D-645A1E996689}" dt="2025-03-01T13:37:45.945" v="1218" actId="1076"/>
          <ac:spMkLst>
            <pc:docMk/>
            <pc:sldMk cId="877669525" sldId="261"/>
            <ac:spMk id="6" creationId="{AF0C12F9-331F-8073-B903-03FBC192EB78}"/>
          </ac:spMkLst>
        </pc:spChg>
        <pc:spChg chg="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7" creationId="{F9E21F43-26AF-ECD2-351F-35DAEFAE48B3}"/>
          </ac:spMkLst>
        </pc:spChg>
        <pc:spChg chg="del">
          <ac:chgData name="Edward Gutkowski" userId="e7cb1fce-fb41-4085-9dc5-d49e85ce800c" providerId="ADAL" clId="{AB055952-A374-4247-909D-645A1E996689}" dt="2025-03-01T13:36:48.194" v="1211" actId="478"/>
          <ac:spMkLst>
            <pc:docMk/>
            <pc:sldMk cId="877669525" sldId="261"/>
            <ac:spMk id="11" creationId="{E3FC9DD1-0A8B-6CB0-CC73-7BF4024A972F}"/>
          </ac:spMkLst>
        </pc:spChg>
        <pc:spChg chg="mod">
          <ac:chgData name="Edward Gutkowski" userId="e7cb1fce-fb41-4085-9dc5-d49e85ce800c" providerId="ADAL" clId="{AB055952-A374-4247-909D-645A1E996689}" dt="2025-03-01T13:34:56.917" v="1201" actId="12789"/>
          <ac:spMkLst>
            <pc:docMk/>
            <pc:sldMk cId="877669525" sldId="261"/>
            <ac:spMk id="16" creationId="{5602EF26-80B3-E49D-7088-6E4ACC4BE3F4}"/>
          </ac:spMkLst>
        </pc:spChg>
        <pc:spChg chg="del">
          <ac:chgData name="Edward Gutkowski" userId="e7cb1fce-fb41-4085-9dc5-d49e85ce800c" providerId="ADAL" clId="{AB055952-A374-4247-909D-645A1E996689}" dt="2025-03-01T13:36:04.187" v="1209" actId="478"/>
          <ac:spMkLst>
            <pc:docMk/>
            <pc:sldMk cId="877669525" sldId="261"/>
            <ac:spMk id="18" creationId="{0D52C200-A28E-CEAC-169C-94C0DACA3E29}"/>
          </ac:spMkLst>
        </pc:spChg>
        <pc:spChg chg="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20" creationId="{7A958763-E857-F467-12DE-EF2AED9FF47E}"/>
          </ac:spMkLst>
        </pc:spChg>
        <pc:spChg chg="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31" creationId="{9E0FC53C-02CA-20E3-9A08-4425B57DF6F2}"/>
          </ac:spMkLst>
        </pc:spChg>
        <pc:spChg chg="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34" creationId="{8B5925FB-8C7C-EED7-915F-5FA1DC446F25}"/>
          </ac:spMkLst>
        </pc:spChg>
        <pc:spChg chg="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42" creationId="{2B2824F1-D17F-6AE4-6DC1-7450FF2AF63C}"/>
          </ac:spMkLst>
        </pc:spChg>
        <pc:spChg chg="mod">
          <ac:chgData name="Edward Gutkowski" userId="e7cb1fce-fb41-4085-9dc5-d49e85ce800c" providerId="ADAL" clId="{AB055952-A374-4247-909D-645A1E996689}" dt="2025-03-01T13:34:56.917" v="1201" actId="12789"/>
          <ac:spMkLst>
            <pc:docMk/>
            <pc:sldMk cId="877669525" sldId="261"/>
            <ac:spMk id="49" creationId="{F1E27CE3-A4DD-B4A8-358C-401A34D43342}"/>
          </ac:spMkLst>
        </pc:spChg>
        <pc:spChg chg="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50" creationId="{922ACDF3-FA4E-9550-B576-F93BAD79D0FD}"/>
          </ac:spMkLst>
        </pc:spChg>
        <pc:spChg chg="add 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66" creationId="{C0DAB890-256E-2DE7-C28B-6598240B1BFF}"/>
          </ac:spMkLst>
        </pc:spChg>
        <pc:spChg chg="add mod">
          <ac:chgData name="Edward Gutkowski" userId="e7cb1fce-fb41-4085-9dc5-d49e85ce800c" providerId="ADAL" clId="{AB055952-A374-4247-909D-645A1E996689}" dt="2025-03-01T13:33:08.644" v="1197" actId="12788"/>
          <ac:spMkLst>
            <pc:docMk/>
            <pc:sldMk cId="877669525" sldId="261"/>
            <ac:spMk id="74" creationId="{717EA419-DF96-BE38-89E3-F355E72DDEB1}"/>
          </ac:spMkLst>
        </pc:spChg>
        <pc:spChg chg="add mod">
          <ac:chgData name="Edward Gutkowski" userId="e7cb1fce-fb41-4085-9dc5-d49e85ce800c" providerId="ADAL" clId="{AB055952-A374-4247-909D-645A1E996689}" dt="2025-03-01T13:34:56.917" v="1201" actId="12789"/>
          <ac:spMkLst>
            <pc:docMk/>
            <pc:sldMk cId="877669525" sldId="261"/>
            <ac:spMk id="98" creationId="{3250B32E-DD40-B476-CAFF-AAE1479A17C5}"/>
          </ac:spMkLst>
        </pc:spChg>
        <pc:spChg chg="add mod">
          <ac:chgData name="Edward Gutkowski" userId="e7cb1fce-fb41-4085-9dc5-d49e85ce800c" providerId="ADAL" clId="{AB055952-A374-4247-909D-645A1E996689}" dt="2025-03-01T13:38:04.811" v="1220" actId="1076"/>
          <ac:spMkLst>
            <pc:docMk/>
            <pc:sldMk cId="877669525" sldId="261"/>
            <ac:spMk id="108" creationId="{76E547F6-5966-1B0C-B9A5-8A8916985854}"/>
          </ac:spMkLst>
        </pc:spChg>
        <pc:spChg chg="add mod">
          <ac:chgData name="Edward Gutkowski" userId="e7cb1fce-fb41-4085-9dc5-d49e85ce800c" providerId="ADAL" clId="{AB055952-A374-4247-909D-645A1E996689}" dt="2025-03-01T13:43:49.828" v="1279" actId="1076"/>
          <ac:spMkLst>
            <pc:docMk/>
            <pc:sldMk cId="877669525" sldId="261"/>
            <ac:spMk id="120" creationId="{DFD45A4D-71E8-10AA-29D6-4CFD9F9D7082}"/>
          </ac:spMkLst>
        </pc:spChg>
        <pc:spChg chg="add del mod">
          <ac:chgData name="Edward Gutkowski" userId="e7cb1fce-fb41-4085-9dc5-d49e85ce800c" providerId="ADAL" clId="{AB055952-A374-4247-909D-645A1E996689}" dt="2025-03-01T13:35:43.295" v="1206" actId="478"/>
          <ac:spMkLst>
            <pc:docMk/>
            <pc:sldMk cId="877669525" sldId="261"/>
            <ac:spMk id="121" creationId="{8277D8CF-0CD6-6FEF-159F-CCBE24750E04}"/>
          </ac:spMkLst>
        </pc:spChg>
        <pc:spChg chg="add mod">
          <ac:chgData name="Edward Gutkowski" userId="e7cb1fce-fb41-4085-9dc5-d49e85ce800c" providerId="ADAL" clId="{AB055952-A374-4247-909D-645A1E996689}" dt="2025-03-01T13:44:30.270" v="1284" actId="6549"/>
          <ac:spMkLst>
            <pc:docMk/>
            <pc:sldMk cId="877669525" sldId="261"/>
            <ac:spMk id="122" creationId="{8CEDE83A-EF99-09A1-8CDE-698E1D76E7DC}"/>
          </ac:spMkLst>
        </pc:spChg>
        <pc:spChg chg="add mod">
          <ac:chgData name="Edward Gutkowski" userId="e7cb1fce-fb41-4085-9dc5-d49e85ce800c" providerId="ADAL" clId="{AB055952-A374-4247-909D-645A1E996689}" dt="2025-03-01T13:44:12.808" v="1281" actId="1076"/>
          <ac:spMkLst>
            <pc:docMk/>
            <pc:sldMk cId="877669525" sldId="261"/>
            <ac:spMk id="123" creationId="{9A6DFA19-4D53-8505-CD3D-9208488E0FC9}"/>
          </ac:spMkLst>
        </pc:spChg>
        <pc:spChg chg="add mod">
          <ac:chgData name="Edward Gutkowski" userId="e7cb1fce-fb41-4085-9dc5-d49e85ce800c" providerId="ADAL" clId="{AB055952-A374-4247-909D-645A1E996689}" dt="2025-03-01T13:44:01.270" v="1280" actId="1076"/>
          <ac:spMkLst>
            <pc:docMk/>
            <pc:sldMk cId="877669525" sldId="261"/>
            <ac:spMk id="130" creationId="{57255616-EAB8-171F-A4AF-BEA76090201B}"/>
          </ac:spMkLst>
        </pc:spChg>
        <pc:grpChg chg="mod">
          <ac:chgData name="Edward Gutkowski" userId="e7cb1fce-fb41-4085-9dc5-d49e85ce800c" providerId="ADAL" clId="{AB055952-A374-4247-909D-645A1E996689}" dt="2025-03-01T13:34:14.433" v="1198" actId="465"/>
          <ac:grpSpMkLst>
            <pc:docMk/>
            <pc:sldMk cId="877669525" sldId="261"/>
            <ac:grpSpMk id="30" creationId="{ADF6C4EE-0C6E-F5ED-A368-6282593A2334}"/>
          </ac:grpSpMkLst>
        </pc:grpChg>
        <pc:grpChg chg="del mod">
          <ac:chgData name="Edward Gutkowski" userId="e7cb1fce-fb41-4085-9dc5-d49e85ce800c" providerId="ADAL" clId="{AB055952-A374-4247-909D-645A1E996689}" dt="2025-03-01T13:27:36.326" v="1136" actId="21"/>
          <ac:grpSpMkLst>
            <pc:docMk/>
            <pc:sldMk cId="877669525" sldId="261"/>
            <ac:grpSpMk id="35" creationId="{7B22BA11-CE61-31DC-45CC-F2CF54F1362F}"/>
          </ac:grpSpMkLst>
        </pc:grpChg>
        <pc:grpChg chg="mod">
          <ac:chgData name="Edward Gutkowski" userId="e7cb1fce-fb41-4085-9dc5-d49e85ce800c" providerId="ADAL" clId="{AB055952-A374-4247-909D-645A1E996689}" dt="2025-03-01T13:34:56.917" v="1201" actId="12789"/>
          <ac:grpSpMkLst>
            <pc:docMk/>
            <pc:sldMk cId="877669525" sldId="261"/>
            <ac:grpSpMk id="64" creationId="{368BC45E-4F5E-9409-0C00-2FE5332DF17B}"/>
          </ac:grpSpMkLst>
        </pc:grpChg>
        <pc:grpChg chg="add del mod">
          <ac:chgData name="Edward Gutkowski" userId="e7cb1fce-fb41-4085-9dc5-d49e85ce800c" providerId="ADAL" clId="{AB055952-A374-4247-909D-645A1E996689}" dt="2025-03-01T13:27:31.717" v="1135" actId="21"/>
          <ac:grpSpMkLst>
            <pc:docMk/>
            <pc:sldMk cId="877669525" sldId="261"/>
            <ac:grpSpMk id="73" creationId="{3DD65B77-C81D-0B0E-DA9A-EE69C6B1197F}"/>
          </ac:grpSpMkLst>
        </pc:grpChg>
        <pc:grpChg chg="add mod">
          <ac:chgData name="Edward Gutkowski" userId="e7cb1fce-fb41-4085-9dc5-d49e85ce800c" providerId="ADAL" clId="{AB055952-A374-4247-909D-645A1E996689}" dt="2025-03-01T13:34:56.917" v="1201" actId="12789"/>
          <ac:grpSpMkLst>
            <pc:docMk/>
            <pc:sldMk cId="877669525" sldId="261"/>
            <ac:grpSpMk id="94" creationId="{BC8AB1F5-2BB3-3320-5B14-547743778F02}"/>
          </ac:grpSpMkLst>
        </pc:grpChg>
        <pc:grpChg chg="add del mod">
          <ac:chgData name="Edward Gutkowski" userId="e7cb1fce-fb41-4085-9dc5-d49e85ce800c" providerId="ADAL" clId="{AB055952-A374-4247-909D-645A1E996689}" dt="2025-03-01T13:27:25.743" v="1134" actId="21"/>
          <ac:grpSpMkLst>
            <pc:docMk/>
            <pc:sldMk cId="877669525" sldId="261"/>
            <ac:grpSpMk id="95" creationId="{2D05C583-426C-3A8D-0187-9538A045498F}"/>
          </ac:grpSpMkLst>
        </pc:grpChg>
        <pc:picChg chg="mod">
          <ac:chgData name="Edward Gutkowski" userId="e7cb1fce-fb41-4085-9dc5-d49e85ce800c" providerId="ADAL" clId="{AB055952-A374-4247-909D-645A1E996689}" dt="2025-03-01T13:34:56.917" v="1201" actId="12789"/>
          <ac:picMkLst>
            <pc:docMk/>
            <pc:sldMk cId="877669525" sldId="261"/>
            <ac:picMk id="15" creationId="{3AB55658-3C3F-BBC3-17C8-DA1856C8FEDA}"/>
          </ac:picMkLst>
        </pc:picChg>
        <pc:picChg chg="mod">
          <ac:chgData name="Edward Gutkowski" userId="e7cb1fce-fb41-4085-9dc5-d49e85ce800c" providerId="ADAL" clId="{AB055952-A374-4247-909D-645A1E996689}" dt="2025-03-01T13:37:54.013" v="1219" actId="14100"/>
          <ac:picMkLst>
            <pc:docMk/>
            <pc:sldMk cId="877669525" sldId="261"/>
            <ac:picMk id="28" creationId="{81D7AA1C-D1F3-757A-9708-C03BB2140505}"/>
          </ac:picMkLst>
        </pc:picChg>
        <pc:cxnChg chg="mod">
          <ac:chgData name="Edward Gutkowski" userId="e7cb1fce-fb41-4085-9dc5-d49e85ce800c" providerId="ADAL" clId="{AB055952-A374-4247-909D-645A1E996689}" dt="2025-03-01T13:30:13.531" v="1157" actId="692"/>
          <ac:cxnSpMkLst>
            <pc:docMk/>
            <pc:sldMk cId="877669525" sldId="261"/>
            <ac:cxnSpMk id="4" creationId="{9A4A6C0E-8A48-F2A2-6108-C85CEF99A2EE}"/>
          </ac:cxnSpMkLst>
        </pc:cxnChg>
        <pc:cxnChg chg="mod">
          <ac:chgData name="Edward Gutkowski" userId="e7cb1fce-fb41-4085-9dc5-d49e85ce800c" providerId="ADAL" clId="{AB055952-A374-4247-909D-645A1E996689}" dt="2025-03-01T13:34:14.433" v="1198" actId="465"/>
          <ac:cxnSpMkLst>
            <pc:docMk/>
            <pc:sldMk cId="877669525" sldId="261"/>
            <ac:cxnSpMk id="17" creationId="{D02ECEA1-E47F-7959-A017-96DCF25B8A84}"/>
          </ac:cxnSpMkLst>
        </pc:cxnChg>
        <pc:cxnChg chg="add del mod">
          <ac:chgData name="Edward Gutkowski" userId="e7cb1fce-fb41-4085-9dc5-d49e85ce800c" providerId="ADAL" clId="{AB055952-A374-4247-909D-645A1E996689}" dt="2025-03-01T13:28:15.907" v="1139" actId="478"/>
          <ac:cxnSpMkLst>
            <pc:docMk/>
            <pc:sldMk cId="877669525" sldId="261"/>
            <ac:cxnSpMk id="32" creationId="{36AC661E-97C8-F45A-79B8-48B67F20690D}"/>
          </ac:cxnSpMkLst>
        </pc:cxnChg>
        <pc:cxnChg chg="mod">
          <ac:chgData name="Edward Gutkowski" userId="e7cb1fce-fb41-4085-9dc5-d49e85ce800c" providerId="ADAL" clId="{AB055952-A374-4247-909D-645A1E996689}" dt="2025-03-01T13:34:14.433" v="1198" actId="465"/>
          <ac:cxnSpMkLst>
            <pc:docMk/>
            <pc:sldMk cId="877669525" sldId="261"/>
            <ac:cxnSpMk id="44" creationId="{427272FF-096D-215F-D951-7497DBD83ECC}"/>
          </ac:cxnSpMkLst>
        </pc:cxnChg>
        <pc:cxnChg chg="add mod">
          <ac:chgData name="Edward Gutkowski" userId="e7cb1fce-fb41-4085-9dc5-d49e85ce800c" providerId="ADAL" clId="{AB055952-A374-4247-909D-645A1E996689}" dt="2025-03-01T13:35:08.588" v="1203" actId="14100"/>
          <ac:cxnSpMkLst>
            <pc:docMk/>
            <pc:sldMk cId="877669525" sldId="261"/>
            <ac:cxnSpMk id="78" creationId="{E5F87966-3620-818E-8505-61003CB28C6F}"/>
          </ac:cxnSpMkLst>
        </pc:cxnChg>
        <pc:cxnChg chg="add mod">
          <ac:chgData name="Edward Gutkowski" userId="e7cb1fce-fb41-4085-9dc5-d49e85ce800c" providerId="ADAL" clId="{AB055952-A374-4247-909D-645A1E996689}" dt="2025-03-01T13:34:14.433" v="1198" actId="465"/>
          <ac:cxnSpMkLst>
            <pc:docMk/>
            <pc:sldMk cId="877669525" sldId="261"/>
            <ac:cxnSpMk id="79" creationId="{A3FEE9C4-E327-CC41-0799-479AB7AB031D}"/>
          </ac:cxnSpMkLst>
        </pc:cxnChg>
        <pc:cxnChg chg="add mod">
          <ac:chgData name="Edward Gutkowski" userId="e7cb1fce-fb41-4085-9dc5-d49e85ce800c" providerId="ADAL" clId="{AB055952-A374-4247-909D-645A1E996689}" dt="2025-03-01T13:33:08.644" v="1197" actId="12788"/>
          <ac:cxnSpMkLst>
            <pc:docMk/>
            <pc:sldMk cId="877669525" sldId="261"/>
            <ac:cxnSpMk id="101" creationId="{FC1AF562-721D-2F9A-D39F-DD7EAF1FB93C}"/>
          </ac:cxnSpMkLst>
        </pc:cxnChg>
        <pc:cxnChg chg="add mod">
          <ac:chgData name="Edward Gutkowski" userId="e7cb1fce-fb41-4085-9dc5-d49e85ce800c" providerId="ADAL" clId="{AB055952-A374-4247-909D-645A1E996689}" dt="2025-03-01T13:34:56.917" v="1201" actId="12789"/>
          <ac:cxnSpMkLst>
            <pc:docMk/>
            <pc:sldMk cId="877669525" sldId="261"/>
            <ac:cxnSpMk id="106" creationId="{B1568B22-FBF3-1E48-E5EE-85D389D096B8}"/>
          </ac:cxnSpMkLst>
        </pc:cxnChg>
        <pc:cxnChg chg="add mod">
          <ac:chgData name="Edward Gutkowski" userId="e7cb1fce-fb41-4085-9dc5-d49e85ce800c" providerId="ADAL" clId="{AB055952-A374-4247-909D-645A1E996689}" dt="2025-03-01T13:44:01.270" v="1280" actId="1076"/>
          <ac:cxnSpMkLst>
            <pc:docMk/>
            <pc:sldMk cId="877669525" sldId="261"/>
            <ac:cxnSpMk id="124" creationId="{26E5D593-01CE-A536-8D30-08E9A224C206}"/>
          </ac:cxnSpMkLst>
        </pc:cxnChg>
        <pc:cxnChg chg="add mod">
          <ac:chgData name="Edward Gutkowski" userId="e7cb1fce-fb41-4085-9dc5-d49e85ce800c" providerId="ADAL" clId="{AB055952-A374-4247-909D-645A1E996689}" dt="2025-03-01T13:44:01.270" v="1280" actId="1076"/>
          <ac:cxnSpMkLst>
            <pc:docMk/>
            <pc:sldMk cId="877669525" sldId="261"/>
            <ac:cxnSpMk id="125" creationId="{9E282636-5B61-8F56-7229-8D20BDE2EC3A}"/>
          </ac:cxnSpMkLst>
        </pc:cxnChg>
      </pc:sldChg>
      <pc:sldChg chg="addSp new del">
        <pc:chgData name="Edward Gutkowski" userId="e7cb1fce-fb41-4085-9dc5-d49e85ce800c" providerId="ADAL" clId="{AB055952-A374-4247-909D-645A1E996689}" dt="2025-02-24T14:03:15.514" v="663" actId="2696"/>
        <pc:sldMkLst>
          <pc:docMk/>
          <pc:sldMk cId="2305661084" sldId="261"/>
        </pc:sldMkLst>
      </pc:sldChg>
    </pc:docChg>
  </pc:docChgLst>
  <pc:docChgLst>
    <pc:chgData name="Edward Gutkowski" userId="e7cb1fce-fb41-4085-9dc5-d49e85ce800c" providerId="ADAL" clId="{15CE0344-A2CA-46B9-9894-F9354D30E6CC}"/>
    <pc:docChg chg="custSel delSld modSld">
      <pc:chgData name="Edward Gutkowski" userId="e7cb1fce-fb41-4085-9dc5-d49e85ce800c" providerId="ADAL" clId="{15CE0344-A2CA-46B9-9894-F9354D30E6CC}" dt="2020-02-12T09:49:47.421" v="134" actId="1076"/>
      <pc:docMkLst>
        <pc:docMk/>
      </pc:docMkLst>
      <pc:sldChg chg="addSp modSp">
        <pc:chgData name="Edward Gutkowski" userId="e7cb1fce-fb41-4085-9dc5-d49e85ce800c" providerId="ADAL" clId="{15CE0344-A2CA-46B9-9894-F9354D30E6CC}" dt="2020-02-12T09:43:08.414" v="13" actId="14100"/>
        <pc:sldMkLst>
          <pc:docMk/>
          <pc:sldMk cId="2960897671" sldId="256"/>
        </pc:sldMkLst>
      </pc:sldChg>
      <pc:sldChg chg="addSp delSp modSp">
        <pc:chgData name="Edward Gutkowski" userId="e7cb1fce-fb41-4085-9dc5-d49e85ce800c" providerId="ADAL" clId="{15CE0344-A2CA-46B9-9894-F9354D30E6CC}" dt="2020-02-12T09:49:47.421" v="134" actId="1076"/>
        <pc:sldMkLst>
          <pc:docMk/>
          <pc:sldMk cId="663756735" sldId="257"/>
        </pc:sldMkLst>
      </pc:sldChg>
      <pc:sldChg chg="del">
        <pc:chgData name="Edward Gutkowski" userId="e7cb1fce-fb41-4085-9dc5-d49e85ce800c" providerId="ADAL" clId="{15CE0344-A2CA-46B9-9894-F9354D30E6CC}" dt="2020-02-11T23:07:33.166" v="0" actId="2696"/>
        <pc:sldMkLst>
          <pc:docMk/>
          <pc:sldMk cId="1722785045" sldId="257"/>
        </pc:sldMkLst>
      </pc:sldChg>
    </pc:docChg>
  </pc:docChgLst>
  <pc:docChgLst>
    <pc:chgData name="Edward Gutkowski" userId="e7cb1fce-fb41-4085-9dc5-d49e85ce800c" providerId="ADAL" clId="{17B2BB13-9504-4927-A689-5ED19AADD53C}"/>
    <pc:docChg chg="custSel modSld">
      <pc:chgData name="Edward Gutkowski" userId="e7cb1fce-fb41-4085-9dc5-d49e85ce800c" providerId="ADAL" clId="{17B2BB13-9504-4927-A689-5ED19AADD53C}" dt="2021-04-15T12:36:17.799" v="218" actId="1076"/>
      <pc:docMkLst>
        <pc:docMk/>
      </pc:docMkLst>
      <pc:sldChg chg="addSp delSp modSp mod">
        <pc:chgData name="Edward Gutkowski" userId="e7cb1fce-fb41-4085-9dc5-d49e85ce800c" providerId="ADAL" clId="{17B2BB13-9504-4927-A689-5ED19AADD53C}" dt="2021-04-15T12:36:17.799" v="218" actId="1076"/>
        <pc:sldMkLst>
          <pc:docMk/>
          <pc:sldMk cId="2960897671" sldId="256"/>
        </pc:sldMkLst>
      </pc:sldChg>
    </pc:docChg>
  </pc:docChgLst>
  <pc:docChgLst>
    <pc:chgData name="Edward Gutkowski" userId="e7cb1fce-fb41-4085-9dc5-d49e85ce800c" providerId="ADAL" clId="{B053119E-464F-4EF2-903B-519F4EAF403D}"/>
    <pc:docChg chg="undo custSel modSld">
      <pc:chgData name="Edward Gutkowski" userId="e7cb1fce-fb41-4085-9dc5-d49e85ce800c" providerId="ADAL" clId="{B053119E-464F-4EF2-903B-519F4EAF403D}" dt="2024-12-12T18:33:30.277" v="502" actId="20577"/>
      <pc:docMkLst>
        <pc:docMk/>
      </pc:docMkLst>
      <pc:sldChg chg="addSp modSp mod">
        <pc:chgData name="Edward Gutkowski" userId="e7cb1fce-fb41-4085-9dc5-d49e85ce800c" providerId="ADAL" clId="{B053119E-464F-4EF2-903B-519F4EAF403D}" dt="2024-12-12T15:13:08.700" v="375" actId="6549"/>
        <pc:sldMkLst>
          <pc:docMk/>
          <pc:sldMk cId="1686803587" sldId="258"/>
        </pc:sldMkLst>
        <pc:spChg chg="add mod">
          <ac:chgData name="Edward Gutkowski" userId="e7cb1fce-fb41-4085-9dc5-d49e85ce800c" providerId="ADAL" clId="{B053119E-464F-4EF2-903B-519F4EAF403D}" dt="2024-12-12T14:28:20.025" v="12" actId="1076"/>
          <ac:spMkLst>
            <pc:docMk/>
            <pc:sldMk cId="1686803587" sldId="258"/>
            <ac:spMk id="3" creationId="{46037EF0-5FAD-1E28-12E5-A39C8ED0A112}"/>
          </ac:spMkLst>
        </pc:spChg>
        <pc:spChg chg="mod">
          <ac:chgData name="Edward Gutkowski" userId="e7cb1fce-fb41-4085-9dc5-d49e85ce800c" providerId="ADAL" clId="{B053119E-464F-4EF2-903B-519F4EAF403D}" dt="2024-12-12T14:40:25.063" v="236" actId="20577"/>
          <ac:spMkLst>
            <pc:docMk/>
            <pc:sldMk cId="1686803587" sldId="258"/>
            <ac:spMk id="14" creationId="{FE58E396-66DD-E70F-6254-3F544FF6D1FE}"/>
          </ac:spMkLst>
        </pc:spChg>
        <pc:spChg chg="mod">
          <ac:chgData name="Edward Gutkowski" userId="e7cb1fce-fb41-4085-9dc5-d49e85ce800c" providerId="ADAL" clId="{B053119E-464F-4EF2-903B-519F4EAF403D}" dt="2024-12-12T15:13:08.700" v="375" actId="6549"/>
          <ac:spMkLst>
            <pc:docMk/>
            <pc:sldMk cId="1686803587" sldId="258"/>
            <ac:spMk id="27" creationId="{A036F830-0FC7-3367-D000-6628CC4DD91E}"/>
          </ac:spMkLst>
        </pc:spChg>
        <pc:spChg chg="mod">
          <ac:chgData name="Edward Gutkowski" userId="e7cb1fce-fb41-4085-9dc5-d49e85ce800c" providerId="ADAL" clId="{B053119E-464F-4EF2-903B-519F4EAF403D}" dt="2024-12-12T15:13:00.096" v="374" actId="20577"/>
          <ac:spMkLst>
            <pc:docMk/>
            <pc:sldMk cId="1686803587" sldId="258"/>
            <ac:spMk id="36" creationId="{0E683D06-E555-334C-0678-AD3989382FFF}"/>
          </ac:spMkLst>
        </pc:spChg>
        <pc:spChg chg="mod">
          <ac:chgData name="Edward Gutkowski" userId="e7cb1fce-fb41-4085-9dc5-d49e85ce800c" providerId="ADAL" clId="{B053119E-464F-4EF2-903B-519F4EAF403D}" dt="2024-12-12T15:10:44.007" v="353" actId="13926"/>
          <ac:spMkLst>
            <pc:docMk/>
            <pc:sldMk cId="1686803587" sldId="258"/>
            <ac:spMk id="43" creationId="{A73190AE-EC8C-EC9B-27F7-B71AE7C27F15}"/>
          </ac:spMkLst>
        </pc:spChg>
        <pc:spChg chg="mod">
          <ac:chgData name="Edward Gutkowski" userId="e7cb1fce-fb41-4085-9dc5-d49e85ce800c" providerId="ADAL" clId="{B053119E-464F-4EF2-903B-519F4EAF403D}" dt="2024-12-12T14:35:39.970" v="219" actId="20577"/>
          <ac:spMkLst>
            <pc:docMk/>
            <pc:sldMk cId="1686803587" sldId="258"/>
            <ac:spMk id="44" creationId="{F92BD9B4-70E0-0CC6-D3D1-2F9B3FA7E103}"/>
          </ac:spMkLst>
        </pc:spChg>
        <pc:picChg chg="mod">
          <ac:chgData name="Edward Gutkowski" userId="e7cb1fce-fb41-4085-9dc5-d49e85ce800c" providerId="ADAL" clId="{B053119E-464F-4EF2-903B-519F4EAF403D}" dt="2024-12-12T14:38:30.101" v="224" actId="1076"/>
          <ac:picMkLst>
            <pc:docMk/>
            <pc:sldMk cId="1686803587" sldId="258"/>
            <ac:picMk id="1028" creationId="{11DE4AC1-C140-2C82-75F3-E1D64D46304E}"/>
          </ac:picMkLst>
        </pc:picChg>
        <pc:cxnChg chg="mod">
          <ac:chgData name="Edward Gutkowski" userId="e7cb1fce-fb41-4085-9dc5-d49e85ce800c" providerId="ADAL" clId="{B053119E-464F-4EF2-903B-519F4EAF403D}" dt="2024-12-12T14:38:30.101" v="224" actId="1076"/>
          <ac:cxnSpMkLst>
            <pc:docMk/>
            <pc:sldMk cId="1686803587" sldId="258"/>
            <ac:cxnSpMk id="113" creationId="{D0D20651-ABA7-6991-186E-575DEA84987C}"/>
          </ac:cxnSpMkLst>
        </pc:cxnChg>
        <pc:cxnChg chg="mod">
          <ac:chgData name="Edward Gutkowski" userId="e7cb1fce-fb41-4085-9dc5-d49e85ce800c" providerId="ADAL" clId="{B053119E-464F-4EF2-903B-519F4EAF403D}" dt="2024-12-12T14:38:30.101" v="224" actId="1076"/>
          <ac:cxnSpMkLst>
            <pc:docMk/>
            <pc:sldMk cId="1686803587" sldId="258"/>
            <ac:cxnSpMk id="330" creationId="{73AA2A83-C0E6-98E9-519B-38577C585C91}"/>
          </ac:cxnSpMkLst>
        </pc:cxnChg>
      </pc:sldChg>
      <pc:sldChg chg="modSp mod">
        <pc:chgData name="Edward Gutkowski" userId="e7cb1fce-fb41-4085-9dc5-d49e85ce800c" providerId="ADAL" clId="{B053119E-464F-4EF2-903B-519F4EAF403D}" dt="2024-12-12T18:33:30.277" v="502" actId="20577"/>
        <pc:sldMkLst>
          <pc:docMk/>
          <pc:sldMk cId="2440022314" sldId="259"/>
        </pc:sldMkLst>
        <pc:spChg chg="mod">
          <ac:chgData name="Edward Gutkowski" userId="e7cb1fce-fb41-4085-9dc5-d49e85ce800c" providerId="ADAL" clId="{B053119E-464F-4EF2-903B-519F4EAF403D}" dt="2024-12-12T17:48:00.611" v="378" actId="20577"/>
          <ac:spMkLst>
            <pc:docMk/>
            <pc:sldMk cId="2440022314" sldId="259"/>
            <ac:spMk id="3" creationId="{F530CEFF-554F-1833-E089-D78FBDFE43B6}"/>
          </ac:spMkLst>
        </pc:spChg>
        <pc:spChg chg="mod">
          <ac:chgData name="Edward Gutkowski" userId="e7cb1fce-fb41-4085-9dc5-d49e85ce800c" providerId="ADAL" clId="{B053119E-464F-4EF2-903B-519F4EAF403D}" dt="2024-12-12T17:51:29.580" v="421" actId="13926"/>
          <ac:spMkLst>
            <pc:docMk/>
            <pc:sldMk cId="2440022314" sldId="259"/>
            <ac:spMk id="14" creationId="{47BC038E-6F44-115D-D2D4-5AC267F9C05E}"/>
          </ac:spMkLst>
        </pc:spChg>
        <pc:spChg chg="mod">
          <ac:chgData name="Edward Gutkowski" userId="e7cb1fce-fb41-4085-9dc5-d49e85ce800c" providerId="ADAL" clId="{B053119E-464F-4EF2-903B-519F4EAF403D}" dt="2024-12-12T18:01:05.574" v="498" actId="20577"/>
          <ac:spMkLst>
            <pc:docMk/>
            <pc:sldMk cId="2440022314" sldId="259"/>
            <ac:spMk id="27" creationId="{AD525294-57F3-B14C-D83F-2350E5371452}"/>
          </ac:spMkLst>
        </pc:spChg>
        <pc:spChg chg="mod">
          <ac:chgData name="Edward Gutkowski" userId="e7cb1fce-fb41-4085-9dc5-d49e85ce800c" providerId="ADAL" clId="{B053119E-464F-4EF2-903B-519F4EAF403D}" dt="2024-12-12T18:33:30.277" v="502" actId="20577"/>
          <ac:spMkLst>
            <pc:docMk/>
            <pc:sldMk cId="2440022314" sldId="259"/>
            <ac:spMk id="36" creationId="{046C1C00-7BAA-5D5F-F8D6-25AC269BAB82}"/>
          </ac:spMkLst>
        </pc:spChg>
        <pc:spChg chg="mod">
          <ac:chgData name="Edward Gutkowski" userId="e7cb1fce-fb41-4085-9dc5-d49e85ce800c" providerId="ADAL" clId="{B053119E-464F-4EF2-903B-519F4EAF403D}" dt="2024-12-12T17:54:52.580" v="453" actId="20577"/>
          <ac:spMkLst>
            <pc:docMk/>
            <pc:sldMk cId="2440022314" sldId="259"/>
            <ac:spMk id="43" creationId="{D7EC599D-8798-6F20-965E-0E6F65CE2E17}"/>
          </ac:spMkLst>
        </pc:spChg>
        <pc:spChg chg="mod">
          <ac:chgData name="Edward Gutkowski" userId="e7cb1fce-fb41-4085-9dc5-d49e85ce800c" providerId="ADAL" clId="{B053119E-464F-4EF2-903B-519F4EAF403D}" dt="2024-12-12T18:00:01.536" v="491" actId="20577"/>
          <ac:spMkLst>
            <pc:docMk/>
            <pc:sldMk cId="2440022314" sldId="259"/>
            <ac:spMk id="44" creationId="{F5D9DC92-B037-CFA6-116B-AE085DC8A7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397EC-E6B7-41F7-8027-2704DE67C36C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23488-4021-43CB-87E4-FEA5B7BB1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4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7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1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4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7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7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0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3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3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98280-9A6C-4404-B354-72038A3F9ECE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79339-7FEA-431C-A6AC-FA9D8D77A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6A4899F-1556-4876-9858-8FA6FA51E307}"/>
              </a:ext>
            </a:extLst>
          </p:cNvPr>
          <p:cNvCxnSpPr>
            <a:cxnSpLocks/>
            <a:stCxn id="1038" idx="1"/>
            <a:endCxn id="128" idx="3"/>
          </p:cNvCxnSpPr>
          <p:nvPr/>
        </p:nvCxnSpPr>
        <p:spPr>
          <a:xfrm flipH="1">
            <a:off x="4539145" y="3843357"/>
            <a:ext cx="14494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35164934-ADB3-48B4-8B7D-9DE73CC77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383" y="3366737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B291C859-E134-47AC-B4E6-AB30B8946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093" y="3239999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3752" y="947918"/>
            <a:ext cx="277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Internet (Microsoft Azure)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23272" y="805165"/>
            <a:ext cx="29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Customer Internal Network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52" y="245784"/>
            <a:ext cx="3791479" cy="466790"/>
          </a:xfrm>
          <a:prstGeom prst="rect">
            <a:avLst/>
          </a:prstGeom>
        </p:spPr>
      </p:pic>
      <p:cxnSp>
        <p:nvCxnSpPr>
          <p:cNvPr id="46" name="Straight Connector 45"/>
          <p:cNvCxnSpPr>
            <a:cxnSpLocks/>
          </p:cNvCxnSpPr>
          <p:nvPr/>
        </p:nvCxnSpPr>
        <p:spPr>
          <a:xfrm flipH="1">
            <a:off x="6697181" y="3821249"/>
            <a:ext cx="1646498" cy="0"/>
          </a:xfrm>
          <a:prstGeom prst="line">
            <a:avLst/>
          </a:prstGeom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75747" y="2607342"/>
            <a:ext cx="2286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Application Server Firewall</a:t>
            </a:r>
          </a:p>
          <a:p>
            <a:r>
              <a:rPr lang="en-US" sz="1000" dirty="0"/>
              <a:t>Port number determined during installation (1 per RR database). Port(s) must be opened on internal network.</a:t>
            </a:r>
          </a:p>
        </p:txBody>
      </p:sp>
      <p:pic>
        <p:nvPicPr>
          <p:cNvPr id="1028" name="Picture 4" descr="Image result for end user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807" y="1459949"/>
            <a:ext cx="909768" cy="9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loud server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59" y="1405504"/>
            <a:ext cx="1002836" cy="10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083" y="1338404"/>
            <a:ext cx="2255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UI Interface Server</a:t>
            </a:r>
          </a:p>
          <a:p>
            <a:r>
              <a:rPr lang="en-US" sz="1000" dirty="0"/>
              <a:t>url: rapidreconciler.getgsi.com</a:t>
            </a:r>
          </a:p>
          <a:p>
            <a:r>
              <a:rPr lang="en-US" sz="1000" dirty="0"/>
              <a:t>url*: rrprod-[companyname].getgsi.com</a:t>
            </a:r>
          </a:p>
          <a:p>
            <a:r>
              <a:rPr lang="en-US" sz="1000" dirty="0"/>
              <a:t>*(url assigned during install)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2482" y="2386575"/>
            <a:ext cx="96688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Log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952" y="1465367"/>
            <a:ext cx="1600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End User 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Google Chrome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Microsoft Edge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Internet Explorer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FireFox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Safari</a:t>
            </a:r>
          </a:p>
        </p:txBody>
      </p:sp>
      <p:cxnSp>
        <p:nvCxnSpPr>
          <p:cNvPr id="66" name="Straight Connector 65"/>
          <p:cNvCxnSpPr>
            <a:cxnSpLocks/>
          </p:cNvCxnSpPr>
          <p:nvPr/>
        </p:nvCxnSpPr>
        <p:spPr>
          <a:xfrm>
            <a:off x="6751758" y="3964149"/>
            <a:ext cx="1591921" cy="0"/>
          </a:xfrm>
          <a:prstGeom prst="line">
            <a:avLst/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12" descr="Image result for cloud server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358" y="3312806"/>
            <a:ext cx="1061105" cy="10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application server ic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551" y="3525024"/>
            <a:ext cx="517880" cy="63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5288072" y="4223082"/>
            <a:ext cx="25388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Application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Agent (outbound access to RR servers)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Data Services (internal)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Server Management Studio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BIDS or SQL Data Tools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Windows admin account for installation and package deploy</a:t>
            </a:r>
          </a:p>
        </p:txBody>
      </p:sp>
      <p:pic>
        <p:nvPicPr>
          <p:cNvPr id="1040" name="Picture 16" descr="Image result for application server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343" y="3542773"/>
            <a:ext cx="577695" cy="57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8070098" y="4205390"/>
            <a:ext cx="16648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MS SQL 2012 +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Integration Services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app log in  (SQL Auth)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Windows admin account set up in SQL Server for package deploy</a:t>
            </a:r>
          </a:p>
        </p:txBody>
      </p:sp>
      <p:pic>
        <p:nvPicPr>
          <p:cNvPr id="42" name="Picture 16" descr="Image result for application server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826" y="3497275"/>
            <a:ext cx="647948" cy="64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10471118" y="4211557"/>
            <a:ext cx="1497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JDE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Read only credentials Password set to not expire</a:t>
            </a:r>
          </a:p>
        </p:txBody>
      </p:sp>
      <p:cxnSp>
        <p:nvCxnSpPr>
          <p:cNvPr id="51" name="Straight Connector 50"/>
          <p:cNvCxnSpPr>
            <a:cxnSpLocks/>
            <a:stCxn id="42" idx="1"/>
            <a:endCxn id="1040" idx="3"/>
          </p:cNvCxnSpPr>
          <p:nvPr/>
        </p:nvCxnSpPr>
        <p:spPr>
          <a:xfrm flipH="1">
            <a:off x="9160038" y="3821249"/>
            <a:ext cx="1735788" cy="10372"/>
          </a:xfrm>
          <a:prstGeom prst="line">
            <a:avLst/>
          </a:prstGeom>
          <a:ln w="15875" cap="flat" cmpd="sng" algn="ctr">
            <a:solidFill>
              <a:schemeClr val="accent3">
                <a:lumMod val="75000"/>
              </a:schemeClr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83891" y="3189727"/>
            <a:ext cx="1856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Servers</a:t>
            </a:r>
          </a:p>
          <a:p>
            <a:r>
              <a:rPr lang="en-US" sz="1000" dirty="0"/>
              <a:t>IP: 168.62.49.184</a:t>
            </a:r>
          </a:p>
          <a:p>
            <a:r>
              <a:rPr lang="en-US" sz="1000" dirty="0"/>
              <a:t>DNS: rr-valc-spa.cloudapp.net</a:t>
            </a:r>
          </a:p>
          <a:p>
            <a:r>
              <a:rPr lang="en-US" sz="1000" dirty="0"/>
              <a:t>IP: 52.170.255.174</a:t>
            </a:r>
          </a:p>
          <a:p>
            <a:r>
              <a:rPr lang="en-US" sz="1000" dirty="0"/>
              <a:t>DNS: rr-spa.cloudapp.net</a:t>
            </a:r>
          </a:p>
          <a:p>
            <a:pPr algn="ctr"/>
            <a:endParaRPr lang="en-US" sz="1000" dirty="0"/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9413596" y="1512112"/>
            <a:ext cx="967230" cy="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38122" y="1404168"/>
            <a:ext cx="1146792" cy="20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JDE Business Data</a:t>
            </a:r>
          </a:p>
        </p:txBody>
      </p:sp>
      <p:cxnSp>
        <p:nvCxnSpPr>
          <p:cNvPr id="77" name="Straight Connector 76"/>
          <p:cNvCxnSpPr/>
          <p:nvPr/>
        </p:nvCxnSpPr>
        <p:spPr>
          <a:xfrm flipH="1">
            <a:off x="9420493" y="1738250"/>
            <a:ext cx="960333" cy="0"/>
          </a:xfrm>
          <a:prstGeom prst="line">
            <a:avLst/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540362" y="1637527"/>
            <a:ext cx="1101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RR Data Services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538122" y="1866403"/>
            <a:ext cx="1245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 Comms</a:t>
            </a:r>
          </a:p>
        </p:txBody>
      </p:sp>
      <p:cxnSp>
        <p:nvCxnSpPr>
          <p:cNvPr id="130" name="Straight Connector 76"/>
          <p:cNvCxnSpPr>
            <a:cxnSpLocks/>
          </p:cNvCxnSpPr>
          <p:nvPr/>
        </p:nvCxnSpPr>
        <p:spPr>
          <a:xfrm rot="16200000" flipH="1">
            <a:off x="5680016" y="2905818"/>
            <a:ext cx="1090479" cy="18399"/>
          </a:xfrm>
          <a:prstGeom prst="bentConnector3">
            <a:avLst>
              <a:gd name="adj1" fmla="val 50000"/>
            </a:avLst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3060" y="845342"/>
            <a:ext cx="1590737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RR DB Log In</a:t>
            </a:r>
          </a:p>
          <a:p>
            <a:r>
              <a:rPr lang="en-US" sz="900" dirty="0"/>
              <a:t>Company email</a:t>
            </a:r>
          </a:p>
          <a:p>
            <a:r>
              <a:rPr lang="en-US" sz="900" dirty="0"/>
              <a:t>Simple or complex password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20493" y="3605151"/>
            <a:ext cx="1285584" cy="5539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Integration Services</a:t>
            </a:r>
          </a:p>
          <a:p>
            <a:pPr algn="ctr"/>
            <a:r>
              <a:rPr lang="en-US" dirty="0"/>
              <a:t>JDE database log in (Read Only)</a:t>
            </a:r>
            <a:endParaRPr lang="en-US" sz="900" dirty="0"/>
          </a:p>
        </p:txBody>
      </p:sp>
      <p:sp>
        <p:nvSpPr>
          <p:cNvPr id="61" name="TextBox 60"/>
          <p:cNvSpPr txBox="1"/>
          <p:nvPr/>
        </p:nvSpPr>
        <p:spPr>
          <a:xfrm>
            <a:off x="6964974" y="3635929"/>
            <a:ext cx="1061104" cy="4924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sz="900" b="1" u="sng" dirty="0"/>
              <a:t>RR Data Services</a:t>
            </a:r>
          </a:p>
          <a:p>
            <a:r>
              <a:rPr lang="en-US" sz="900" dirty="0"/>
              <a:t>SQL log in</a:t>
            </a:r>
          </a:p>
          <a:p>
            <a:r>
              <a:rPr lang="en-US" sz="800" i="1" dirty="0"/>
              <a:t>(SQL Authentication)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9F5DA6-27B7-4C2A-B6C7-6CB5E9BD86AD}"/>
              </a:ext>
            </a:extLst>
          </p:cNvPr>
          <p:cNvSpPr txBox="1"/>
          <p:nvPr/>
        </p:nvSpPr>
        <p:spPr>
          <a:xfrm>
            <a:off x="977914" y="573289"/>
            <a:ext cx="110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Version 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24850" y="3720247"/>
            <a:ext cx="91429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JMS Comms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CCFDE84C-50B9-4E2D-8655-8ED39FA0C163}"/>
              </a:ext>
            </a:extLst>
          </p:cNvPr>
          <p:cNvCxnSpPr>
            <a:cxnSpLocks/>
            <a:stCxn id="1028" idx="2"/>
            <a:endCxn id="24" idx="3"/>
          </p:cNvCxnSpPr>
          <p:nvPr/>
        </p:nvCxnSpPr>
        <p:spPr>
          <a:xfrm rot="5400000">
            <a:off x="5181543" y="1727537"/>
            <a:ext cx="139969" cy="142432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2CF8CD8-FBAE-45D9-A266-9DF53C076D6E}"/>
              </a:ext>
            </a:extLst>
          </p:cNvPr>
          <p:cNvSpPr txBox="1"/>
          <p:nvPr/>
        </p:nvSpPr>
        <p:spPr>
          <a:xfrm>
            <a:off x="3712210" y="1783812"/>
            <a:ext cx="68742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UI Forms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A85856AA-2FE0-414A-98DF-635563353952}"/>
              </a:ext>
            </a:extLst>
          </p:cNvPr>
          <p:cNvCxnSpPr>
            <a:cxnSpLocks/>
            <a:stCxn id="128" idx="1"/>
            <a:endCxn id="1036" idx="3"/>
          </p:cNvCxnSpPr>
          <p:nvPr/>
        </p:nvCxnSpPr>
        <p:spPr>
          <a:xfrm flipH="1">
            <a:off x="3081463" y="3843358"/>
            <a:ext cx="5433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AEAFB3DB-CA9C-437E-8602-DB6B97A70374}"/>
              </a:ext>
            </a:extLst>
          </p:cNvPr>
          <p:cNvCxnSpPr>
            <a:cxnSpLocks/>
            <a:stCxn id="24" idx="1"/>
            <a:endCxn id="1036" idx="0"/>
          </p:cNvCxnSpPr>
          <p:nvPr/>
        </p:nvCxnSpPr>
        <p:spPr>
          <a:xfrm rot="10800000" flipV="1">
            <a:off x="2550912" y="2509686"/>
            <a:ext cx="1021571" cy="803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4132ED76-22EE-456F-A0C9-489B99ACF1A8}"/>
              </a:ext>
            </a:extLst>
          </p:cNvPr>
          <p:cNvCxnSpPr>
            <a:cxnSpLocks/>
          </p:cNvCxnSpPr>
          <p:nvPr/>
        </p:nvCxnSpPr>
        <p:spPr>
          <a:xfrm flipV="1">
            <a:off x="6328428" y="2361805"/>
            <a:ext cx="0" cy="996148"/>
          </a:xfrm>
          <a:prstGeom prst="line">
            <a:avLst/>
          </a:prstGeom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56"/>
          <p:cNvSpPr txBox="1"/>
          <p:nvPr/>
        </p:nvSpPr>
        <p:spPr>
          <a:xfrm>
            <a:off x="5857680" y="2649780"/>
            <a:ext cx="836623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Range 32145 -49152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E4934A34-A44B-4D2C-B459-6C89FBC32EAE}"/>
              </a:ext>
            </a:extLst>
          </p:cNvPr>
          <p:cNvCxnSpPr>
            <a:cxnSpLocks/>
            <a:stCxn id="1034" idx="3"/>
            <a:endCxn id="115" idx="1"/>
          </p:cNvCxnSpPr>
          <p:nvPr/>
        </p:nvCxnSpPr>
        <p:spPr>
          <a:xfrm>
            <a:off x="3076095" y="1906922"/>
            <a:ext cx="6361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3331CD5F-7DAB-4966-AFF6-4DC182E7EA4F}"/>
              </a:ext>
            </a:extLst>
          </p:cNvPr>
          <p:cNvCxnSpPr>
            <a:cxnSpLocks/>
            <a:stCxn id="115" idx="3"/>
            <a:endCxn id="1028" idx="1"/>
          </p:cNvCxnSpPr>
          <p:nvPr/>
        </p:nvCxnSpPr>
        <p:spPr>
          <a:xfrm>
            <a:off x="4399635" y="1906923"/>
            <a:ext cx="1109172" cy="7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Date Placeholder 263">
            <a:extLst>
              <a:ext uri="{FF2B5EF4-FFF2-40B4-BE49-F238E27FC236}">
                <a16:creationId xmlns:a16="http://schemas.microsoft.com/office/drawing/2014/main" id="{57FE357C-6A19-4CBE-AF6D-24F4649F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A232-74F7-4DBB-9FB2-CDA06CF463C0}" type="datetime1">
              <a:rPr lang="en-US" smtClean="0"/>
              <a:t>27-Feb-25</a:t>
            </a:fld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76058EC-5520-4227-93BA-5AE1BEED9973}"/>
              </a:ext>
            </a:extLst>
          </p:cNvPr>
          <p:cNvCxnSpPr>
            <a:cxnSpLocks/>
          </p:cNvCxnSpPr>
          <p:nvPr/>
        </p:nvCxnSpPr>
        <p:spPr>
          <a:xfrm flipH="1">
            <a:off x="9463229" y="2016727"/>
            <a:ext cx="917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Image result for firewall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2" b="12986"/>
          <a:stretch/>
        </p:blipFill>
        <p:spPr bwMode="auto">
          <a:xfrm rot="5400000">
            <a:off x="3385579" y="2709721"/>
            <a:ext cx="3119314" cy="43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897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96345" y="417123"/>
            <a:ext cx="234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Internal Network Only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14" y="6248608"/>
            <a:ext cx="3791479" cy="466790"/>
          </a:xfrm>
          <a:prstGeom prst="rect">
            <a:avLst/>
          </a:prstGeom>
        </p:spPr>
      </p:pic>
      <p:pic>
        <p:nvPicPr>
          <p:cNvPr id="1028" name="Picture 4" descr="Image result for end user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61" y="1213954"/>
            <a:ext cx="1447916" cy="144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86114" y="2319892"/>
            <a:ext cx="902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End User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DD6643-8D1C-4D80-8978-D9286DB91FC4}"/>
              </a:ext>
            </a:extLst>
          </p:cNvPr>
          <p:cNvGrpSpPr/>
          <p:nvPr/>
        </p:nvGrpSpPr>
        <p:grpSpPr>
          <a:xfrm>
            <a:off x="6468514" y="1272732"/>
            <a:ext cx="3989644" cy="3647023"/>
            <a:chOff x="8070811" y="2653984"/>
            <a:chExt cx="3989644" cy="3647023"/>
          </a:xfrm>
        </p:grpSpPr>
        <p:sp>
          <p:nvSpPr>
            <p:cNvPr id="99" name="TextBox 98"/>
            <p:cNvSpPr txBox="1"/>
            <p:nvPr/>
          </p:nvSpPr>
          <p:spPr>
            <a:xfrm>
              <a:off x="9920395" y="3869784"/>
              <a:ext cx="5210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- Or -</a:t>
              </a:r>
            </a:p>
          </p:txBody>
        </p:sp>
        <p:pic>
          <p:nvPicPr>
            <p:cNvPr id="1040" name="Picture 16" descr="Image result for application server ico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093" y="2661870"/>
              <a:ext cx="1357658" cy="1357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8070811" y="4132377"/>
              <a:ext cx="166482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RR Database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MS SQL 2012 +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Integration Services *</a:t>
              </a:r>
            </a:p>
          </p:txBody>
        </p:sp>
        <p:pic>
          <p:nvPicPr>
            <p:cNvPr id="42" name="Picture 16" descr="Image result for application server ico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0137" y="2653984"/>
              <a:ext cx="1357658" cy="1357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10563091" y="4143638"/>
              <a:ext cx="14973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JDE Database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Read only credentials Password set to not expire</a:t>
              </a:r>
            </a:p>
          </p:txBody>
        </p:sp>
        <p:cxnSp>
          <p:nvCxnSpPr>
            <p:cNvPr id="51" name="Straight Connector 50"/>
            <p:cNvCxnSpPr/>
            <p:nvPr/>
          </p:nvCxnSpPr>
          <p:spPr>
            <a:xfrm flipH="1">
              <a:off x="9632751" y="3306692"/>
              <a:ext cx="957386" cy="1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98" name="Picture 14" descr="Image result for application server icon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9561" y="5250511"/>
              <a:ext cx="854501" cy="1050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TextBox 100"/>
            <p:cNvSpPr txBox="1"/>
            <p:nvPr/>
          </p:nvSpPr>
          <p:spPr>
            <a:xfrm>
              <a:off x="8289102" y="5867785"/>
              <a:ext cx="1329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*Optional SSIS Server</a:t>
              </a:r>
            </a:p>
            <a:p>
              <a:pPr algn="ctr"/>
              <a:r>
                <a:rPr lang="en-US" sz="1000" dirty="0"/>
                <a:t>Integration Services</a:t>
              </a:r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H="1">
              <a:off x="10263278" y="4019528"/>
              <a:ext cx="467062" cy="1087472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 flipH="1" flipV="1">
              <a:off x="9409975" y="3992943"/>
              <a:ext cx="766290" cy="1114057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9577074" y="2902487"/>
              <a:ext cx="1038584" cy="24622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00"/>
              </a:lvl1pPr>
            </a:lstStyle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dirty="0"/>
                <a:t>JDE log in</a:t>
              </a:r>
              <a:endParaRPr lang="en-US" sz="900" dirty="0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3265940" y="1814802"/>
            <a:ext cx="1801009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dirty="0"/>
              <a:t> log in (OLEDB connection)</a:t>
            </a:r>
            <a:endParaRPr lang="en-US" sz="9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EA6EBB-AB9A-49F4-B0F0-BE12ADEEB1A3}"/>
              </a:ext>
            </a:extLst>
          </p:cNvPr>
          <p:cNvSpPr txBox="1"/>
          <p:nvPr/>
        </p:nvSpPr>
        <p:spPr>
          <a:xfrm>
            <a:off x="5181420" y="6267895"/>
            <a:ext cx="110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Version 6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80F01A-69E4-43EF-A4A0-E8B7229D9A72}"/>
              </a:ext>
            </a:extLst>
          </p:cNvPr>
          <p:cNvCxnSpPr>
            <a:cxnSpLocks/>
            <a:stCxn id="1028" idx="3"/>
            <a:endCxn id="61" idx="1"/>
          </p:cNvCxnSpPr>
          <p:nvPr/>
        </p:nvCxnSpPr>
        <p:spPr>
          <a:xfrm>
            <a:off x="2566177" y="1937912"/>
            <a:ext cx="6997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50CDAD-E574-4B3C-8ED6-ACC126C94821}"/>
              </a:ext>
            </a:extLst>
          </p:cNvPr>
          <p:cNvCxnSpPr>
            <a:cxnSpLocks/>
            <a:stCxn id="61" idx="3"/>
            <a:endCxn id="1040" idx="1"/>
          </p:cNvCxnSpPr>
          <p:nvPr/>
        </p:nvCxnSpPr>
        <p:spPr>
          <a:xfrm>
            <a:off x="5066949" y="1937913"/>
            <a:ext cx="1605847" cy="21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55FDDD-B3F2-4DCD-BD5F-B1AA60B9576B}"/>
              </a:ext>
            </a:extLst>
          </p:cNvPr>
          <p:cNvSpPr txBox="1"/>
          <p:nvPr/>
        </p:nvSpPr>
        <p:spPr>
          <a:xfrm>
            <a:off x="560441" y="2709014"/>
            <a:ext cx="2358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RapidReconciler Client Software Installed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892F1F-E186-4894-96C5-2EB78A15E084}"/>
              </a:ext>
            </a:extLst>
          </p:cNvPr>
          <p:cNvSpPr txBox="1"/>
          <p:nvPr/>
        </p:nvSpPr>
        <p:spPr>
          <a:xfrm>
            <a:off x="223518" y="4429497"/>
            <a:ext cx="2637788" cy="10618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u="sng" dirty="0"/>
              <a:t>RapidReconciler Cloud Database</a:t>
            </a:r>
          </a:p>
          <a:p>
            <a:r>
              <a:rPr lang="en-US" sz="900" dirty="0"/>
              <a:t>o External, internal IP of app server</a:t>
            </a:r>
          </a:p>
          <a:p>
            <a:r>
              <a:rPr lang="en-US" sz="900" dirty="0"/>
              <a:t>o Internal IP address of </a:t>
            </a:r>
            <a:r>
              <a:rPr lang="en-US" sz="900" dirty="0" err="1"/>
              <a:t>db</a:t>
            </a:r>
            <a:r>
              <a:rPr lang="en-US" sz="900" dirty="0"/>
              <a:t> server(s)</a:t>
            </a:r>
          </a:p>
          <a:p>
            <a:r>
              <a:rPr lang="en-US" sz="900" dirty="0"/>
              <a:t>o RR SQL creds of the database server(s) (encrypted) </a:t>
            </a:r>
          </a:p>
          <a:p>
            <a:r>
              <a:rPr lang="en-US" sz="900" dirty="0"/>
              <a:t>o RR SQL </a:t>
            </a:r>
            <a:r>
              <a:rPr lang="en-US" sz="900" dirty="0" err="1"/>
              <a:t>db</a:t>
            </a:r>
            <a:r>
              <a:rPr lang="en-US" sz="900" dirty="0"/>
              <a:t> names and port numbers </a:t>
            </a:r>
          </a:p>
          <a:p>
            <a:r>
              <a:rPr lang="en-US" sz="900" dirty="0"/>
              <a:t>o RR usernames and passwords (encrypted)</a:t>
            </a:r>
          </a:p>
          <a:p>
            <a:r>
              <a:rPr lang="en-US" sz="900" dirty="0"/>
              <a:t>o JDE company numbers and names</a:t>
            </a:r>
          </a:p>
        </p:txBody>
      </p:sp>
    </p:spTree>
    <p:extLst>
      <p:ext uri="{BB962C8B-B14F-4D97-AF65-F5344CB8AC3E}">
        <p14:creationId xmlns:p14="http://schemas.microsoft.com/office/powerpoint/2010/main" val="66375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E3B2-4DF1-EF27-BBB2-1AA85039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EF6185B-C51F-AAAC-6330-F0894B7140EA}"/>
              </a:ext>
            </a:extLst>
          </p:cNvPr>
          <p:cNvCxnSpPr>
            <a:cxnSpLocks/>
            <a:stCxn id="1038" idx="1"/>
            <a:endCxn id="128" idx="3"/>
          </p:cNvCxnSpPr>
          <p:nvPr/>
        </p:nvCxnSpPr>
        <p:spPr>
          <a:xfrm flipH="1">
            <a:off x="4539145" y="3843357"/>
            <a:ext cx="14494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B4547A0B-D669-43BA-9500-AF6FC530E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383" y="3366737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529B16DC-60CB-F5FF-7E6D-332DF4418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093" y="3239999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DA8318-433E-8609-F06B-7887E3BBBCCF}"/>
              </a:ext>
            </a:extLst>
          </p:cNvPr>
          <p:cNvSpPr txBox="1"/>
          <p:nvPr/>
        </p:nvSpPr>
        <p:spPr>
          <a:xfrm>
            <a:off x="153752" y="947918"/>
            <a:ext cx="277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Internet (Microsoft Azure)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5D426-540C-9B4F-98E2-869BB5C560DF}"/>
              </a:ext>
            </a:extLst>
          </p:cNvPr>
          <p:cNvSpPr txBox="1"/>
          <p:nvPr/>
        </p:nvSpPr>
        <p:spPr>
          <a:xfrm>
            <a:off x="8923272" y="805165"/>
            <a:ext cx="29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Customer Internal Network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695D97-8E15-0582-8F03-E00C70677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52" y="245784"/>
            <a:ext cx="3791479" cy="46679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E7ACD7B-1BF4-8908-3D94-53113AD30FEC}"/>
              </a:ext>
            </a:extLst>
          </p:cNvPr>
          <p:cNvCxnSpPr>
            <a:cxnSpLocks/>
          </p:cNvCxnSpPr>
          <p:nvPr/>
        </p:nvCxnSpPr>
        <p:spPr>
          <a:xfrm flipH="1">
            <a:off x="6697181" y="3821249"/>
            <a:ext cx="1646498" cy="0"/>
          </a:xfrm>
          <a:prstGeom prst="line">
            <a:avLst/>
          </a:prstGeom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92BD9B4-70E0-0CC6-D3D1-2F9B3FA7E103}"/>
              </a:ext>
            </a:extLst>
          </p:cNvPr>
          <p:cNvSpPr txBox="1"/>
          <p:nvPr/>
        </p:nvSpPr>
        <p:spPr>
          <a:xfrm>
            <a:off x="6775747" y="2607342"/>
            <a:ext cx="2286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Application Server Firewall</a:t>
            </a:r>
          </a:p>
          <a:p>
            <a:r>
              <a:rPr lang="en-US" sz="1000" dirty="0"/>
              <a:t>Port number (40674) determined during installation (1 per RR database). Port(s) must be opened on internal network.</a:t>
            </a:r>
          </a:p>
        </p:txBody>
      </p:sp>
      <p:pic>
        <p:nvPicPr>
          <p:cNvPr id="1028" name="Picture 4" descr="Image result for end user icon">
            <a:extLst>
              <a:ext uri="{FF2B5EF4-FFF2-40B4-BE49-F238E27FC236}">
                <a16:creationId xmlns:a16="http://schemas.microsoft.com/office/drawing/2014/main" id="{11DE4AC1-C140-2C82-75F3-E1D64D463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732" y="1434360"/>
            <a:ext cx="909768" cy="9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loud server icon">
            <a:extLst>
              <a:ext uri="{FF2B5EF4-FFF2-40B4-BE49-F238E27FC236}">
                <a16:creationId xmlns:a16="http://schemas.microsoft.com/office/drawing/2014/main" id="{A8C664E9-754E-82D6-206A-7DB4E9E4F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59" y="1405504"/>
            <a:ext cx="1002836" cy="10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58E396-66DD-E70F-6254-3F544FF6D1FE}"/>
              </a:ext>
            </a:extLst>
          </p:cNvPr>
          <p:cNvSpPr txBox="1"/>
          <p:nvPr/>
        </p:nvSpPr>
        <p:spPr>
          <a:xfrm>
            <a:off x="1083" y="1338404"/>
            <a:ext cx="2255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UI Interface Server</a:t>
            </a:r>
          </a:p>
          <a:p>
            <a:r>
              <a:rPr lang="en-US" sz="1000" dirty="0"/>
              <a:t>url: rapidreconciler.getgsi.com</a:t>
            </a:r>
          </a:p>
          <a:p>
            <a:r>
              <a:rPr lang="en-US" sz="1000" dirty="0"/>
              <a:t>url*: rrprod-cantex.getgsi.com</a:t>
            </a:r>
          </a:p>
          <a:p>
            <a:r>
              <a:rPr lang="en-US" sz="1000" dirty="0"/>
              <a:t>*(url assigned during install)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6AF4A3-0454-D560-165A-1E6622DB790F}"/>
              </a:ext>
            </a:extLst>
          </p:cNvPr>
          <p:cNvSpPr txBox="1"/>
          <p:nvPr/>
        </p:nvSpPr>
        <p:spPr>
          <a:xfrm>
            <a:off x="3572482" y="2386575"/>
            <a:ext cx="96688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Log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25005-7433-A7FB-3F34-67C5A4DF81FA}"/>
              </a:ext>
            </a:extLst>
          </p:cNvPr>
          <p:cNvSpPr txBox="1"/>
          <p:nvPr/>
        </p:nvSpPr>
        <p:spPr>
          <a:xfrm>
            <a:off x="6796952" y="1465367"/>
            <a:ext cx="1600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End User 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Google Chrome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Microsoft Edge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Internet Explorer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FireFox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Safari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E54B3CE-53E1-806E-35B5-1A4776EAE87B}"/>
              </a:ext>
            </a:extLst>
          </p:cNvPr>
          <p:cNvCxnSpPr>
            <a:cxnSpLocks/>
          </p:cNvCxnSpPr>
          <p:nvPr/>
        </p:nvCxnSpPr>
        <p:spPr>
          <a:xfrm>
            <a:off x="6751758" y="3964149"/>
            <a:ext cx="1591921" cy="0"/>
          </a:xfrm>
          <a:prstGeom prst="line">
            <a:avLst/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12" descr="Image result for cloud server icon">
            <a:extLst>
              <a:ext uri="{FF2B5EF4-FFF2-40B4-BE49-F238E27FC236}">
                <a16:creationId xmlns:a16="http://schemas.microsoft.com/office/drawing/2014/main" id="{D2B21BD2-A149-383F-E1A8-366435E4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358" y="3312806"/>
            <a:ext cx="1061105" cy="10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application server icon">
            <a:extLst>
              <a:ext uri="{FF2B5EF4-FFF2-40B4-BE49-F238E27FC236}">
                <a16:creationId xmlns:a16="http://schemas.microsoft.com/office/drawing/2014/main" id="{6167846B-D4E3-DC13-7894-DF1040DCE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551" y="3525024"/>
            <a:ext cx="517880" cy="63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36F830-0FC7-3367-D000-6628CC4DD91E}"/>
              </a:ext>
            </a:extLst>
          </p:cNvPr>
          <p:cNvSpPr txBox="1"/>
          <p:nvPr/>
        </p:nvSpPr>
        <p:spPr>
          <a:xfrm>
            <a:off x="5364207" y="4361304"/>
            <a:ext cx="2538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Application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Agent (outbound access to RR servers)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Data Services (internal)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Windows admin account for installation and package deploy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External IP: 64.72.63.214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Internal IP: 192.168.2.42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Server Name: CTXRAPIDRECON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000" dirty="0"/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000" dirty="0"/>
          </a:p>
        </p:txBody>
      </p:sp>
      <p:pic>
        <p:nvPicPr>
          <p:cNvPr id="1040" name="Picture 16" descr="Image result for application server icon">
            <a:extLst>
              <a:ext uri="{FF2B5EF4-FFF2-40B4-BE49-F238E27FC236}">
                <a16:creationId xmlns:a16="http://schemas.microsoft.com/office/drawing/2014/main" id="{ADD148F1-E9C2-151E-5AFA-0377C0F78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343" y="3542773"/>
            <a:ext cx="577695" cy="57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E683D06-E555-334C-0678-AD3989382FFF}"/>
              </a:ext>
            </a:extLst>
          </p:cNvPr>
          <p:cNvSpPr txBox="1"/>
          <p:nvPr/>
        </p:nvSpPr>
        <p:spPr>
          <a:xfrm>
            <a:off x="8146232" y="4361304"/>
            <a:ext cx="18330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MS SQL 2012 +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Integration Services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Server Management Studio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BIDS or SQL Data Tools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Windows admin account set up in SQL Server for package deploy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DB: RapidReconciler_Prod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Name: CTXREDMAP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IP: 192.168.2.41:1433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Log in: rruser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To do: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Oracle drivers</a:t>
            </a:r>
          </a:p>
        </p:txBody>
      </p:sp>
      <p:pic>
        <p:nvPicPr>
          <p:cNvPr id="42" name="Picture 16" descr="Image result for application server icon">
            <a:extLst>
              <a:ext uri="{FF2B5EF4-FFF2-40B4-BE49-F238E27FC236}">
                <a16:creationId xmlns:a16="http://schemas.microsoft.com/office/drawing/2014/main" id="{DCA13209-EEBB-B7EB-A957-BF898377C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826" y="3497275"/>
            <a:ext cx="647948" cy="64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73190AE-EC8C-EC9B-27F7-B71AE7C27F15}"/>
              </a:ext>
            </a:extLst>
          </p:cNvPr>
          <p:cNvSpPr txBox="1"/>
          <p:nvPr/>
        </p:nvSpPr>
        <p:spPr>
          <a:xfrm>
            <a:off x="10547253" y="4361304"/>
            <a:ext cx="14973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JDE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Read only credentials Password set to not expire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Oracle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Listener: JDEORCL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Log In: rapidrec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Password: TBD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17CACE-AA4F-4B22-D1FA-42B7EC33769B}"/>
              </a:ext>
            </a:extLst>
          </p:cNvPr>
          <p:cNvCxnSpPr>
            <a:cxnSpLocks/>
            <a:stCxn id="42" idx="1"/>
            <a:endCxn id="1040" idx="3"/>
          </p:cNvCxnSpPr>
          <p:nvPr/>
        </p:nvCxnSpPr>
        <p:spPr>
          <a:xfrm flipH="1">
            <a:off x="9160038" y="3821249"/>
            <a:ext cx="1735788" cy="10372"/>
          </a:xfrm>
          <a:prstGeom prst="line">
            <a:avLst/>
          </a:prstGeom>
          <a:ln w="15875" cap="flat" cmpd="sng" algn="ctr">
            <a:solidFill>
              <a:schemeClr val="accent3">
                <a:lumMod val="75000"/>
              </a:schemeClr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C3241AD5-A636-16A9-21DF-230B88693EDF}"/>
              </a:ext>
            </a:extLst>
          </p:cNvPr>
          <p:cNvSpPr txBox="1"/>
          <p:nvPr/>
        </p:nvSpPr>
        <p:spPr>
          <a:xfrm>
            <a:off x="183891" y="3189727"/>
            <a:ext cx="1856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Servers</a:t>
            </a:r>
          </a:p>
          <a:p>
            <a:r>
              <a:rPr lang="en-US" sz="1000" dirty="0"/>
              <a:t>IP: 168.62.49.184</a:t>
            </a:r>
          </a:p>
          <a:p>
            <a:r>
              <a:rPr lang="en-US" sz="1000" dirty="0"/>
              <a:t>DNS: rr-valc-spa.cloudapp.net</a:t>
            </a:r>
          </a:p>
          <a:p>
            <a:r>
              <a:rPr lang="en-US" sz="1000" dirty="0"/>
              <a:t>IP: 52.170.255.174</a:t>
            </a:r>
          </a:p>
          <a:p>
            <a:r>
              <a:rPr lang="en-US" sz="1000" dirty="0"/>
              <a:t>DNS: rr-spa.cloudapp.net</a:t>
            </a:r>
          </a:p>
          <a:p>
            <a:pPr algn="ctr"/>
            <a:endParaRPr lang="en-US" sz="10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A03CEE5-D970-C5A6-D49E-4832F7193E67}"/>
              </a:ext>
            </a:extLst>
          </p:cNvPr>
          <p:cNvCxnSpPr/>
          <p:nvPr/>
        </p:nvCxnSpPr>
        <p:spPr>
          <a:xfrm flipH="1">
            <a:off x="9413596" y="1512112"/>
            <a:ext cx="967230" cy="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7BA6414-23D3-8A88-45C2-879FB57E5F26}"/>
              </a:ext>
            </a:extLst>
          </p:cNvPr>
          <p:cNvSpPr txBox="1"/>
          <p:nvPr/>
        </p:nvSpPr>
        <p:spPr>
          <a:xfrm>
            <a:off x="10538122" y="1404168"/>
            <a:ext cx="1146792" cy="20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JDE Business Data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F8E8D87-2B3C-1889-89C8-93CB6F8B7744}"/>
              </a:ext>
            </a:extLst>
          </p:cNvPr>
          <p:cNvCxnSpPr/>
          <p:nvPr/>
        </p:nvCxnSpPr>
        <p:spPr>
          <a:xfrm flipH="1">
            <a:off x="9420493" y="1738250"/>
            <a:ext cx="960333" cy="0"/>
          </a:xfrm>
          <a:prstGeom prst="line">
            <a:avLst/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D8E03E1-B875-CD83-9421-823AB43F0975}"/>
              </a:ext>
            </a:extLst>
          </p:cNvPr>
          <p:cNvSpPr txBox="1"/>
          <p:nvPr/>
        </p:nvSpPr>
        <p:spPr>
          <a:xfrm>
            <a:off x="10540362" y="1637527"/>
            <a:ext cx="1101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RR Data Services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2640294-9447-C6B6-3FAE-3BBD1164C757}"/>
              </a:ext>
            </a:extLst>
          </p:cNvPr>
          <p:cNvSpPr txBox="1"/>
          <p:nvPr/>
        </p:nvSpPr>
        <p:spPr>
          <a:xfrm>
            <a:off x="10538122" y="1866403"/>
            <a:ext cx="1245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 Comms</a:t>
            </a:r>
          </a:p>
        </p:txBody>
      </p:sp>
      <p:cxnSp>
        <p:nvCxnSpPr>
          <p:cNvPr id="130" name="Straight Connector 76">
            <a:extLst>
              <a:ext uri="{FF2B5EF4-FFF2-40B4-BE49-F238E27FC236}">
                <a16:creationId xmlns:a16="http://schemas.microsoft.com/office/drawing/2014/main" id="{60B01928-B8CB-42DC-598B-52812D0778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80016" y="2905818"/>
            <a:ext cx="1090479" cy="18399"/>
          </a:xfrm>
          <a:prstGeom prst="bentConnector3">
            <a:avLst>
              <a:gd name="adj1" fmla="val 50000"/>
            </a:avLst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2F91D79-BDC3-2086-19BE-451B624F0C19}"/>
              </a:ext>
            </a:extLst>
          </p:cNvPr>
          <p:cNvSpPr txBox="1"/>
          <p:nvPr/>
        </p:nvSpPr>
        <p:spPr>
          <a:xfrm>
            <a:off x="5533060" y="845342"/>
            <a:ext cx="1590737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RR DB Log In</a:t>
            </a:r>
          </a:p>
          <a:p>
            <a:r>
              <a:rPr lang="en-US" sz="900" dirty="0"/>
              <a:t>Company email</a:t>
            </a:r>
          </a:p>
          <a:p>
            <a:r>
              <a:rPr lang="en-US" sz="900" dirty="0"/>
              <a:t>Simple or complex password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174DC9-65D1-FCFF-3D0A-2C4C0BA954E5}"/>
              </a:ext>
            </a:extLst>
          </p:cNvPr>
          <p:cNvSpPr txBox="1"/>
          <p:nvPr/>
        </p:nvSpPr>
        <p:spPr>
          <a:xfrm>
            <a:off x="9420493" y="3605151"/>
            <a:ext cx="1285584" cy="5539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Integration Services</a:t>
            </a:r>
          </a:p>
          <a:p>
            <a:pPr algn="ctr"/>
            <a:r>
              <a:rPr lang="en-US" dirty="0"/>
              <a:t>JDE database log in (Read Only)</a:t>
            </a:r>
            <a:endParaRPr 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5E9C11-ED5C-EFD8-A287-CEA9C20AFF88}"/>
              </a:ext>
            </a:extLst>
          </p:cNvPr>
          <p:cNvSpPr txBox="1"/>
          <p:nvPr/>
        </p:nvSpPr>
        <p:spPr>
          <a:xfrm>
            <a:off x="6964974" y="3635929"/>
            <a:ext cx="1061104" cy="4924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sz="900" b="1" u="sng" dirty="0"/>
              <a:t>RR Data Services</a:t>
            </a:r>
          </a:p>
          <a:p>
            <a:r>
              <a:rPr lang="en-US" sz="900" dirty="0"/>
              <a:t>SQL log in</a:t>
            </a:r>
          </a:p>
          <a:p>
            <a:r>
              <a:rPr lang="en-US" sz="800" i="1" dirty="0"/>
              <a:t>(SQL Authentication)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5CEAF-D778-85B3-9399-C9DD00170B59}"/>
              </a:ext>
            </a:extLst>
          </p:cNvPr>
          <p:cNvSpPr txBox="1"/>
          <p:nvPr/>
        </p:nvSpPr>
        <p:spPr>
          <a:xfrm>
            <a:off x="977914" y="573289"/>
            <a:ext cx="110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Version 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C03B478-2072-224E-F888-74D8FD5F418A}"/>
              </a:ext>
            </a:extLst>
          </p:cNvPr>
          <p:cNvSpPr txBox="1"/>
          <p:nvPr/>
        </p:nvSpPr>
        <p:spPr>
          <a:xfrm>
            <a:off x="3624850" y="3720247"/>
            <a:ext cx="91429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JMS Comms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D0D20651-ABA7-6991-186E-575DEA84987C}"/>
              </a:ext>
            </a:extLst>
          </p:cNvPr>
          <p:cNvCxnSpPr>
            <a:cxnSpLocks/>
            <a:stCxn id="1028" idx="2"/>
            <a:endCxn id="24" idx="3"/>
          </p:cNvCxnSpPr>
          <p:nvPr/>
        </p:nvCxnSpPr>
        <p:spPr>
          <a:xfrm rot="5400000">
            <a:off x="5238210" y="1645280"/>
            <a:ext cx="165558" cy="156325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EA9B7D1-4481-90C3-25D4-08F05EF37889}"/>
              </a:ext>
            </a:extLst>
          </p:cNvPr>
          <p:cNvSpPr txBox="1"/>
          <p:nvPr/>
        </p:nvSpPr>
        <p:spPr>
          <a:xfrm>
            <a:off x="3712210" y="1783812"/>
            <a:ext cx="68742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UI Forms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70D337C6-D442-CD54-49E4-14C0E74F3F82}"/>
              </a:ext>
            </a:extLst>
          </p:cNvPr>
          <p:cNvCxnSpPr>
            <a:cxnSpLocks/>
            <a:stCxn id="128" idx="1"/>
            <a:endCxn id="1036" idx="3"/>
          </p:cNvCxnSpPr>
          <p:nvPr/>
        </p:nvCxnSpPr>
        <p:spPr>
          <a:xfrm flipH="1">
            <a:off x="3081463" y="3843358"/>
            <a:ext cx="5433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D3048AF4-C3CD-FB1E-27DB-3E0E2F5B23F1}"/>
              </a:ext>
            </a:extLst>
          </p:cNvPr>
          <p:cNvCxnSpPr>
            <a:cxnSpLocks/>
            <a:stCxn id="24" idx="1"/>
            <a:endCxn id="1036" idx="0"/>
          </p:cNvCxnSpPr>
          <p:nvPr/>
        </p:nvCxnSpPr>
        <p:spPr>
          <a:xfrm rot="10800000" flipV="1">
            <a:off x="2550912" y="2509686"/>
            <a:ext cx="1021571" cy="803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B83A61A9-8490-1CF5-C849-4B2E10E4D406}"/>
              </a:ext>
            </a:extLst>
          </p:cNvPr>
          <p:cNvCxnSpPr>
            <a:cxnSpLocks/>
          </p:cNvCxnSpPr>
          <p:nvPr/>
        </p:nvCxnSpPr>
        <p:spPr>
          <a:xfrm flipV="1">
            <a:off x="6328428" y="2361805"/>
            <a:ext cx="0" cy="996148"/>
          </a:xfrm>
          <a:prstGeom prst="line">
            <a:avLst/>
          </a:prstGeom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56">
            <a:extLst>
              <a:ext uri="{FF2B5EF4-FFF2-40B4-BE49-F238E27FC236}">
                <a16:creationId xmlns:a16="http://schemas.microsoft.com/office/drawing/2014/main" id="{B11B5318-272F-7A31-C331-0E1D400058F8}"/>
              </a:ext>
            </a:extLst>
          </p:cNvPr>
          <p:cNvSpPr txBox="1"/>
          <p:nvPr/>
        </p:nvSpPr>
        <p:spPr>
          <a:xfrm>
            <a:off x="5857680" y="2649780"/>
            <a:ext cx="836623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Range 32145 -49152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EB4F7802-559A-D97B-25BC-4550125EDCF9}"/>
              </a:ext>
            </a:extLst>
          </p:cNvPr>
          <p:cNvCxnSpPr>
            <a:cxnSpLocks/>
            <a:stCxn id="1034" idx="3"/>
            <a:endCxn id="115" idx="1"/>
          </p:cNvCxnSpPr>
          <p:nvPr/>
        </p:nvCxnSpPr>
        <p:spPr>
          <a:xfrm>
            <a:off x="3076095" y="1906922"/>
            <a:ext cx="6361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73AA2A83-C0E6-98E9-519B-38577C585C91}"/>
              </a:ext>
            </a:extLst>
          </p:cNvPr>
          <p:cNvCxnSpPr>
            <a:cxnSpLocks/>
            <a:stCxn id="115" idx="3"/>
            <a:endCxn id="1028" idx="1"/>
          </p:cNvCxnSpPr>
          <p:nvPr/>
        </p:nvCxnSpPr>
        <p:spPr>
          <a:xfrm flipV="1">
            <a:off x="4399635" y="1889244"/>
            <a:ext cx="1248097" cy="1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Date Placeholder 263">
            <a:extLst>
              <a:ext uri="{FF2B5EF4-FFF2-40B4-BE49-F238E27FC236}">
                <a16:creationId xmlns:a16="http://schemas.microsoft.com/office/drawing/2014/main" id="{9F261874-B75C-750A-CE2E-0A142953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A232-74F7-4DBB-9FB2-CDA06CF463C0}" type="datetime1">
              <a:rPr lang="en-US" smtClean="0"/>
              <a:t>27-Feb-25</a:t>
            </a:fld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96B4045-F9BC-F7A9-956B-530C3072797A}"/>
              </a:ext>
            </a:extLst>
          </p:cNvPr>
          <p:cNvCxnSpPr>
            <a:cxnSpLocks/>
          </p:cNvCxnSpPr>
          <p:nvPr/>
        </p:nvCxnSpPr>
        <p:spPr>
          <a:xfrm flipH="1">
            <a:off x="9463229" y="2016727"/>
            <a:ext cx="917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Image result for firewall">
            <a:extLst>
              <a:ext uri="{FF2B5EF4-FFF2-40B4-BE49-F238E27FC236}">
                <a16:creationId xmlns:a16="http://schemas.microsoft.com/office/drawing/2014/main" id="{2F990231-72F4-7F08-5A8E-68277FD11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2" b="12986"/>
          <a:stretch/>
        </p:blipFill>
        <p:spPr bwMode="auto">
          <a:xfrm rot="5400000">
            <a:off x="3385579" y="2709721"/>
            <a:ext cx="3119314" cy="43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037EF0-5FAD-1E28-12E5-A39C8ED0A112}"/>
              </a:ext>
            </a:extLst>
          </p:cNvPr>
          <p:cNvSpPr txBox="1"/>
          <p:nvPr/>
        </p:nvSpPr>
        <p:spPr>
          <a:xfrm>
            <a:off x="1577295" y="5045863"/>
            <a:ext cx="2392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 err="1"/>
              <a:t>Cantex</a:t>
            </a:r>
            <a:endParaRPr lang="en-US" sz="4800" b="1" u="sng" dirty="0"/>
          </a:p>
        </p:txBody>
      </p:sp>
    </p:spTree>
    <p:extLst>
      <p:ext uri="{BB962C8B-B14F-4D97-AF65-F5344CB8AC3E}">
        <p14:creationId xmlns:p14="http://schemas.microsoft.com/office/powerpoint/2010/main" val="168680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0EA3-B19D-1214-D90A-A298CA4F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9DF9E00-73A9-69EB-A8A4-4D1F70AA8228}"/>
              </a:ext>
            </a:extLst>
          </p:cNvPr>
          <p:cNvCxnSpPr>
            <a:cxnSpLocks/>
            <a:stCxn id="1038" idx="1"/>
            <a:endCxn id="128" idx="3"/>
          </p:cNvCxnSpPr>
          <p:nvPr/>
        </p:nvCxnSpPr>
        <p:spPr>
          <a:xfrm flipH="1">
            <a:off x="4539145" y="3843357"/>
            <a:ext cx="14494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79E11643-F461-E90A-CD58-7F38B7F09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383" y="3366737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9494421F-6989-1AEA-8628-E11968049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093" y="3239999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1FA68-7088-2C91-386F-42478253F865}"/>
              </a:ext>
            </a:extLst>
          </p:cNvPr>
          <p:cNvSpPr txBox="1"/>
          <p:nvPr/>
        </p:nvSpPr>
        <p:spPr>
          <a:xfrm>
            <a:off x="153752" y="947918"/>
            <a:ext cx="277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Internet (Microsoft Azure)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87F7C-A77A-033F-4E3F-36279738383B}"/>
              </a:ext>
            </a:extLst>
          </p:cNvPr>
          <p:cNvSpPr txBox="1"/>
          <p:nvPr/>
        </p:nvSpPr>
        <p:spPr>
          <a:xfrm>
            <a:off x="8923272" y="805165"/>
            <a:ext cx="29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Customer Internal Network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18F60F-73D5-FBAD-663F-3153794D1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52" y="245784"/>
            <a:ext cx="3791479" cy="46679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47BF09-2CD6-00D1-B041-21EE5195B1FB}"/>
              </a:ext>
            </a:extLst>
          </p:cNvPr>
          <p:cNvCxnSpPr>
            <a:cxnSpLocks/>
          </p:cNvCxnSpPr>
          <p:nvPr/>
        </p:nvCxnSpPr>
        <p:spPr>
          <a:xfrm flipH="1">
            <a:off x="6697181" y="3821249"/>
            <a:ext cx="1646498" cy="0"/>
          </a:xfrm>
          <a:prstGeom prst="line">
            <a:avLst/>
          </a:prstGeom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5D9DC92-B037-CFA6-116B-AE085DC8A7DC}"/>
              </a:ext>
            </a:extLst>
          </p:cNvPr>
          <p:cNvSpPr txBox="1"/>
          <p:nvPr/>
        </p:nvSpPr>
        <p:spPr>
          <a:xfrm>
            <a:off x="6775747" y="2607342"/>
            <a:ext cx="2286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Application Server Firewall</a:t>
            </a:r>
          </a:p>
          <a:p>
            <a:r>
              <a:rPr lang="en-US" sz="1000" dirty="0"/>
              <a:t>Port number (39830, 41750) determined during installation (1 per RR database). Port(s) must be opened on internal network.</a:t>
            </a:r>
          </a:p>
        </p:txBody>
      </p:sp>
      <p:pic>
        <p:nvPicPr>
          <p:cNvPr id="1028" name="Picture 4" descr="Image result for end user icon">
            <a:extLst>
              <a:ext uri="{FF2B5EF4-FFF2-40B4-BE49-F238E27FC236}">
                <a16:creationId xmlns:a16="http://schemas.microsoft.com/office/drawing/2014/main" id="{18F83B0E-23EA-EEB3-AC67-6DE725262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732" y="1434360"/>
            <a:ext cx="909768" cy="9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loud server icon">
            <a:extLst>
              <a:ext uri="{FF2B5EF4-FFF2-40B4-BE49-F238E27FC236}">
                <a16:creationId xmlns:a16="http://schemas.microsoft.com/office/drawing/2014/main" id="{3C2CCB94-B66E-B871-458E-3D40D4BFB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59" y="1405504"/>
            <a:ext cx="1002836" cy="10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BC038E-6F44-115D-D2D4-5AC267F9C05E}"/>
              </a:ext>
            </a:extLst>
          </p:cNvPr>
          <p:cNvSpPr txBox="1"/>
          <p:nvPr/>
        </p:nvSpPr>
        <p:spPr>
          <a:xfrm>
            <a:off x="1083" y="1338404"/>
            <a:ext cx="2255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UI Interface Server</a:t>
            </a:r>
          </a:p>
          <a:p>
            <a:r>
              <a:rPr lang="en-US" sz="1000" dirty="0"/>
              <a:t>url: rapidreconciler.getgsi.com</a:t>
            </a:r>
          </a:p>
          <a:p>
            <a:r>
              <a:rPr lang="en-US" sz="1000" dirty="0">
                <a:highlight>
                  <a:srgbClr val="FFFF00"/>
                </a:highlight>
              </a:rPr>
              <a:t>url*: rrprod-carrier.getgsi.com</a:t>
            </a:r>
          </a:p>
          <a:p>
            <a:r>
              <a:rPr lang="en-US" sz="1000" dirty="0"/>
              <a:t>*(url assigned during install)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AF23F2-C32B-8837-E374-3A3909B673C5}"/>
              </a:ext>
            </a:extLst>
          </p:cNvPr>
          <p:cNvSpPr txBox="1"/>
          <p:nvPr/>
        </p:nvSpPr>
        <p:spPr>
          <a:xfrm>
            <a:off x="3572482" y="2386575"/>
            <a:ext cx="96688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Log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CB17A-EAC2-0BB5-7319-5A65479FD96B}"/>
              </a:ext>
            </a:extLst>
          </p:cNvPr>
          <p:cNvSpPr txBox="1"/>
          <p:nvPr/>
        </p:nvSpPr>
        <p:spPr>
          <a:xfrm>
            <a:off x="6796952" y="1465367"/>
            <a:ext cx="1600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End User 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Google Chrome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Microsoft Edge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Internet Explorer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FireFox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Safari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B526190-C415-8D5F-722B-B3D8B7807A3B}"/>
              </a:ext>
            </a:extLst>
          </p:cNvPr>
          <p:cNvCxnSpPr>
            <a:cxnSpLocks/>
          </p:cNvCxnSpPr>
          <p:nvPr/>
        </p:nvCxnSpPr>
        <p:spPr>
          <a:xfrm>
            <a:off x="6751758" y="3964149"/>
            <a:ext cx="1591921" cy="0"/>
          </a:xfrm>
          <a:prstGeom prst="line">
            <a:avLst/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12" descr="Image result for cloud server icon">
            <a:extLst>
              <a:ext uri="{FF2B5EF4-FFF2-40B4-BE49-F238E27FC236}">
                <a16:creationId xmlns:a16="http://schemas.microsoft.com/office/drawing/2014/main" id="{D13FECB8-A98A-C3CC-45AC-654740947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358" y="3312806"/>
            <a:ext cx="1061105" cy="10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application server icon">
            <a:extLst>
              <a:ext uri="{FF2B5EF4-FFF2-40B4-BE49-F238E27FC236}">
                <a16:creationId xmlns:a16="http://schemas.microsoft.com/office/drawing/2014/main" id="{3A81050F-09C9-495E-EBEC-034F381DC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551" y="3525024"/>
            <a:ext cx="517880" cy="63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D525294-57F3-B14C-D83F-2350E5371452}"/>
              </a:ext>
            </a:extLst>
          </p:cNvPr>
          <p:cNvSpPr txBox="1"/>
          <p:nvPr/>
        </p:nvSpPr>
        <p:spPr>
          <a:xfrm>
            <a:off x="5364207" y="4361304"/>
            <a:ext cx="2538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Application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Agent (outbound access to RR servers)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Data Services (internal)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Windows admin account for installation and package deploy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External IP: 52.251.67.96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Internal IP: 10.181.36.95 (201)?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>
                <a:highlight>
                  <a:srgbClr val="FFFF00"/>
                </a:highlight>
              </a:rPr>
              <a:t>Server Name: VMC7222PA029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000" dirty="0"/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000" dirty="0"/>
          </a:p>
        </p:txBody>
      </p:sp>
      <p:pic>
        <p:nvPicPr>
          <p:cNvPr id="1040" name="Picture 16" descr="Image result for application server icon">
            <a:extLst>
              <a:ext uri="{FF2B5EF4-FFF2-40B4-BE49-F238E27FC236}">
                <a16:creationId xmlns:a16="http://schemas.microsoft.com/office/drawing/2014/main" id="{F9C4D68D-E181-55EC-3CE8-CD7D003B0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343" y="3542773"/>
            <a:ext cx="577695" cy="57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6C1C00-7BAA-5D5F-F8D6-25AC269BAB82}"/>
              </a:ext>
            </a:extLst>
          </p:cNvPr>
          <p:cNvSpPr txBox="1"/>
          <p:nvPr/>
        </p:nvSpPr>
        <p:spPr>
          <a:xfrm>
            <a:off x="7834202" y="4349433"/>
            <a:ext cx="2743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MS SQL 2012 +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Integration Services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Server Management Studio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BIDS or SQL Data Tools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Windows admin account set up in SQL Server for package deploy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DB: </a:t>
            </a:r>
            <a:r>
              <a:rPr lang="en-US" sz="1000" dirty="0" err="1"/>
              <a:t>RapidReconciler_KF</a:t>
            </a:r>
            <a:endParaRPr lang="en-US" sz="10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Name: VMC7222PA029.carcgl.com\RapidReconciler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IP: 10.181.36.95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Log in: rruser</a:t>
            </a:r>
          </a:p>
        </p:txBody>
      </p:sp>
      <p:pic>
        <p:nvPicPr>
          <p:cNvPr id="42" name="Picture 16" descr="Image result for application server icon">
            <a:extLst>
              <a:ext uri="{FF2B5EF4-FFF2-40B4-BE49-F238E27FC236}">
                <a16:creationId xmlns:a16="http://schemas.microsoft.com/office/drawing/2014/main" id="{1A4D62F2-3E23-911B-9FDF-C8EE0E1CC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826" y="3497275"/>
            <a:ext cx="647948" cy="64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7EC599D-8798-6F20-965E-0E6F65CE2E17}"/>
              </a:ext>
            </a:extLst>
          </p:cNvPr>
          <p:cNvSpPr txBox="1"/>
          <p:nvPr/>
        </p:nvSpPr>
        <p:spPr>
          <a:xfrm>
            <a:off x="10547253" y="4361304"/>
            <a:ext cx="1497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JDE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Read only credentials Password set to not expire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VMC10134PJ052\JDEMIRROR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DB: AMJDE_KSPD92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Log In: UDETRRCON1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FAE9538-65AD-5D00-BC04-2863772704E1}"/>
              </a:ext>
            </a:extLst>
          </p:cNvPr>
          <p:cNvCxnSpPr>
            <a:cxnSpLocks/>
            <a:stCxn id="42" idx="1"/>
            <a:endCxn id="1040" idx="3"/>
          </p:cNvCxnSpPr>
          <p:nvPr/>
        </p:nvCxnSpPr>
        <p:spPr>
          <a:xfrm flipH="1">
            <a:off x="9160038" y="3821249"/>
            <a:ext cx="1735788" cy="10372"/>
          </a:xfrm>
          <a:prstGeom prst="line">
            <a:avLst/>
          </a:prstGeom>
          <a:ln w="15875" cap="flat" cmpd="sng" algn="ctr">
            <a:solidFill>
              <a:schemeClr val="accent3">
                <a:lumMod val="75000"/>
              </a:schemeClr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EBCA704-7CDB-F13F-B7B2-B8CD43736E3C}"/>
              </a:ext>
            </a:extLst>
          </p:cNvPr>
          <p:cNvSpPr txBox="1"/>
          <p:nvPr/>
        </p:nvSpPr>
        <p:spPr>
          <a:xfrm>
            <a:off x="183891" y="3189727"/>
            <a:ext cx="1856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Servers</a:t>
            </a:r>
          </a:p>
          <a:p>
            <a:r>
              <a:rPr lang="en-US" sz="1000" dirty="0"/>
              <a:t>IP: 168.62.49.184</a:t>
            </a:r>
          </a:p>
          <a:p>
            <a:r>
              <a:rPr lang="en-US" sz="1000" dirty="0"/>
              <a:t>DNS: rr-valc-spa.cloudapp.net</a:t>
            </a:r>
          </a:p>
          <a:p>
            <a:r>
              <a:rPr lang="en-US" sz="1000" dirty="0"/>
              <a:t>IP: 52.170.255.174</a:t>
            </a:r>
          </a:p>
          <a:p>
            <a:r>
              <a:rPr lang="en-US" sz="1000" dirty="0"/>
              <a:t>DNS: rr-spa.cloudapp.net</a:t>
            </a:r>
          </a:p>
          <a:p>
            <a:pPr algn="ctr"/>
            <a:endParaRPr lang="en-US" sz="10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EA225E2-BE89-8EDE-BA41-22B977C34E8B}"/>
              </a:ext>
            </a:extLst>
          </p:cNvPr>
          <p:cNvCxnSpPr/>
          <p:nvPr/>
        </p:nvCxnSpPr>
        <p:spPr>
          <a:xfrm flipH="1">
            <a:off x="9413596" y="1512112"/>
            <a:ext cx="967230" cy="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D9FA4F6-5F2C-1080-E64C-930876CCFD67}"/>
              </a:ext>
            </a:extLst>
          </p:cNvPr>
          <p:cNvSpPr txBox="1"/>
          <p:nvPr/>
        </p:nvSpPr>
        <p:spPr>
          <a:xfrm>
            <a:off x="10538122" y="1404168"/>
            <a:ext cx="1146792" cy="20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JDE Business Data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33A2982-EE1D-A4E2-2098-9820CE9E393D}"/>
              </a:ext>
            </a:extLst>
          </p:cNvPr>
          <p:cNvCxnSpPr/>
          <p:nvPr/>
        </p:nvCxnSpPr>
        <p:spPr>
          <a:xfrm flipH="1">
            <a:off x="9420493" y="1738250"/>
            <a:ext cx="960333" cy="0"/>
          </a:xfrm>
          <a:prstGeom prst="line">
            <a:avLst/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8EABF2A-CC5D-670A-FE37-3993F77B9AB1}"/>
              </a:ext>
            </a:extLst>
          </p:cNvPr>
          <p:cNvSpPr txBox="1"/>
          <p:nvPr/>
        </p:nvSpPr>
        <p:spPr>
          <a:xfrm>
            <a:off x="10540362" y="1637527"/>
            <a:ext cx="1101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RR Data Services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830E4B7-1B36-3510-348B-10F5E9B5E820}"/>
              </a:ext>
            </a:extLst>
          </p:cNvPr>
          <p:cNvSpPr txBox="1"/>
          <p:nvPr/>
        </p:nvSpPr>
        <p:spPr>
          <a:xfrm>
            <a:off x="10538122" y="1866403"/>
            <a:ext cx="1245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 Comms</a:t>
            </a:r>
          </a:p>
        </p:txBody>
      </p:sp>
      <p:cxnSp>
        <p:nvCxnSpPr>
          <p:cNvPr id="130" name="Straight Connector 76">
            <a:extLst>
              <a:ext uri="{FF2B5EF4-FFF2-40B4-BE49-F238E27FC236}">
                <a16:creationId xmlns:a16="http://schemas.microsoft.com/office/drawing/2014/main" id="{06671A01-D794-A0EA-3F72-E3F74C3AC8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80016" y="2905818"/>
            <a:ext cx="1090479" cy="18399"/>
          </a:xfrm>
          <a:prstGeom prst="bentConnector3">
            <a:avLst>
              <a:gd name="adj1" fmla="val 50000"/>
            </a:avLst>
          </a:prstGeom>
          <a:ln w="158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388F18F-2CD7-6C22-00DF-42C64C9839B6}"/>
              </a:ext>
            </a:extLst>
          </p:cNvPr>
          <p:cNvSpPr txBox="1"/>
          <p:nvPr/>
        </p:nvSpPr>
        <p:spPr>
          <a:xfrm>
            <a:off x="5533060" y="845342"/>
            <a:ext cx="1590737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RR DB Log In</a:t>
            </a:r>
          </a:p>
          <a:p>
            <a:r>
              <a:rPr lang="en-US" sz="900" dirty="0"/>
              <a:t>Company email</a:t>
            </a:r>
          </a:p>
          <a:p>
            <a:r>
              <a:rPr lang="en-US" sz="900" dirty="0"/>
              <a:t>Simple or complex password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E5FA69-40BF-740F-10B4-58E0BD19BC65}"/>
              </a:ext>
            </a:extLst>
          </p:cNvPr>
          <p:cNvSpPr txBox="1"/>
          <p:nvPr/>
        </p:nvSpPr>
        <p:spPr>
          <a:xfrm>
            <a:off x="9420493" y="3605151"/>
            <a:ext cx="1285584" cy="5539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Integration Services</a:t>
            </a:r>
          </a:p>
          <a:p>
            <a:pPr algn="ctr"/>
            <a:r>
              <a:rPr lang="en-US" dirty="0"/>
              <a:t>JDE database log in (Read Only)</a:t>
            </a:r>
            <a:endParaRPr 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54B44C-C0A3-947F-9AC8-76DB3204EBCA}"/>
              </a:ext>
            </a:extLst>
          </p:cNvPr>
          <p:cNvSpPr txBox="1"/>
          <p:nvPr/>
        </p:nvSpPr>
        <p:spPr>
          <a:xfrm>
            <a:off x="6964974" y="3635929"/>
            <a:ext cx="1061104" cy="4924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sz="900" b="1" u="sng" dirty="0"/>
              <a:t>RR Data Services</a:t>
            </a:r>
          </a:p>
          <a:p>
            <a:r>
              <a:rPr lang="en-US" sz="900" dirty="0"/>
              <a:t>SQL log in</a:t>
            </a:r>
          </a:p>
          <a:p>
            <a:r>
              <a:rPr lang="en-US" sz="800" i="1" dirty="0"/>
              <a:t>(SQL Authentication)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9D31A3-7ACA-A2B0-14CE-9020E89B6DCC}"/>
              </a:ext>
            </a:extLst>
          </p:cNvPr>
          <p:cNvSpPr txBox="1"/>
          <p:nvPr/>
        </p:nvSpPr>
        <p:spPr>
          <a:xfrm>
            <a:off x="977914" y="573289"/>
            <a:ext cx="110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Version 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21F6655-DC2A-2543-9F46-07CE0E88FB69}"/>
              </a:ext>
            </a:extLst>
          </p:cNvPr>
          <p:cNvSpPr txBox="1"/>
          <p:nvPr/>
        </p:nvSpPr>
        <p:spPr>
          <a:xfrm>
            <a:off x="3624850" y="3720247"/>
            <a:ext cx="91429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JMS Comms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1CC150E8-8C9D-05AB-A2EF-5347A93BC1A5}"/>
              </a:ext>
            </a:extLst>
          </p:cNvPr>
          <p:cNvCxnSpPr>
            <a:cxnSpLocks/>
            <a:stCxn id="1028" idx="2"/>
            <a:endCxn id="24" idx="3"/>
          </p:cNvCxnSpPr>
          <p:nvPr/>
        </p:nvCxnSpPr>
        <p:spPr>
          <a:xfrm rot="5400000">
            <a:off x="5238210" y="1645280"/>
            <a:ext cx="165558" cy="156325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EBB03196-ACF1-7D04-0C69-22624870F44B}"/>
              </a:ext>
            </a:extLst>
          </p:cNvPr>
          <p:cNvSpPr txBox="1"/>
          <p:nvPr/>
        </p:nvSpPr>
        <p:spPr>
          <a:xfrm>
            <a:off x="3712210" y="1783812"/>
            <a:ext cx="68742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UI Forms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A1B973F-847F-860A-75DC-2325507129CA}"/>
              </a:ext>
            </a:extLst>
          </p:cNvPr>
          <p:cNvCxnSpPr>
            <a:cxnSpLocks/>
            <a:stCxn id="128" idx="1"/>
            <a:endCxn id="1036" idx="3"/>
          </p:cNvCxnSpPr>
          <p:nvPr/>
        </p:nvCxnSpPr>
        <p:spPr>
          <a:xfrm flipH="1">
            <a:off x="3081463" y="3843358"/>
            <a:ext cx="5433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3C92A47A-B8F2-2F73-69E2-CC1952E744B5}"/>
              </a:ext>
            </a:extLst>
          </p:cNvPr>
          <p:cNvCxnSpPr>
            <a:cxnSpLocks/>
            <a:stCxn id="24" idx="1"/>
            <a:endCxn id="1036" idx="0"/>
          </p:cNvCxnSpPr>
          <p:nvPr/>
        </p:nvCxnSpPr>
        <p:spPr>
          <a:xfrm rot="10800000" flipV="1">
            <a:off x="2550912" y="2509686"/>
            <a:ext cx="1021571" cy="803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8F203D3D-F681-72B0-E23F-29DDC5100EE1}"/>
              </a:ext>
            </a:extLst>
          </p:cNvPr>
          <p:cNvCxnSpPr>
            <a:cxnSpLocks/>
          </p:cNvCxnSpPr>
          <p:nvPr/>
        </p:nvCxnSpPr>
        <p:spPr>
          <a:xfrm flipV="1">
            <a:off x="6328428" y="2361805"/>
            <a:ext cx="0" cy="996148"/>
          </a:xfrm>
          <a:prstGeom prst="line">
            <a:avLst/>
          </a:prstGeom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56">
            <a:extLst>
              <a:ext uri="{FF2B5EF4-FFF2-40B4-BE49-F238E27FC236}">
                <a16:creationId xmlns:a16="http://schemas.microsoft.com/office/drawing/2014/main" id="{57B488BF-3D5B-EC7B-C57D-CEEA3429828C}"/>
              </a:ext>
            </a:extLst>
          </p:cNvPr>
          <p:cNvSpPr txBox="1"/>
          <p:nvPr/>
        </p:nvSpPr>
        <p:spPr>
          <a:xfrm>
            <a:off x="5857680" y="2649780"/>
            <a:ext cx="836623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Range 32145 -49152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ADA44D14-D4C2-6C6E-09BD-BE54E65748A9}"/>
              </a:ext>
            </a:extLst>
          </p:cNvPr>
          <p:cNvCxnSpPr>
            <a:cxnSpLocks/>
            <a:stCxn id="1034" idx="3"/>
            <a:endCxn id="115" idx="1"/>
          </p:cNvCxnSpPr>
          <p:nvPr/>
        </p:nvCxnSpPr>
        <p:spPr>
          <a:xfrm>
            <a:off x="3076095" y="1906922"/>
            <a:ext cx="6361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E9D490A2-AAAE-2A93-569D-8448BA8A558E}"/>
              </a:ext>
            </a:extLst>
          </p:cNvPr>
          <p:cNvCxnSpPr>
            <a:cxnSpLocks/>
            <a:stCxn id="115" idx="3"/>
            <a:endCxn id="1028" idx="1"/>
          </p:cNvCxnSpPr>
          <p:nvPr/>
        </p:nvCxnSpPr>
        <p:spPr>
          <a:xfrm flipV="1">
            <a:off x="4399635" y="1889244"/>
            <a:ext cx="1248097" cy="1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Date Placeholder 263">
            <a:extLst>
              <a:ext uri="{FF2B5EF4-FFF2-40B4-BE49-F238E27FC236}">
                <a16:creationId xmlns:a16="http://schemas.microsoft.com/office/drawing/2014/main" id="{AEA18408-2B7F-5A6E-EF2A-257A97E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A232-74F7-4DBB-9FB2-CDA06CF463C0}" type="datetime1">
              <a:rPr lang="en-US" smtClean="0"/>
              <a:t>27-Feb-25</a:t>
            </a:fld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650A1E9-E5B2-396C-3A42-3CEEE00A104B}"/>
              </a:ext>
            </a:extLst>
          </p:cNvPr>
          <p:cNvCxnSpPr>
            <a:cxnSpLocks/>
          </p:cNvCxnSpPr>
          <p:nvPr/>
        </p:nvCxnSpPr>
        <p:spPr>
          <a:xfrm flipH="1">
            <a:off x="9463229" y="2016727"/>
            <a:ext cx="917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Image result for firewall">
            <a:extLst>
              <a:ext uri="{FF2B5EF4-FFF2-40B4-BE49-F238E27FC236}">
                <a16:creationId xmlns:a16="http://schemas.microsoft.com/office/drawing/2014/main" id="{D1E8434A-2ACF-AB1A-01D6-5F64F22742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2" b="12986"/>
          <a:stretch/>
        </p:blipFill>
        <p:spPr bwMode="auto">
          <a:xfrm rot="5400000">
            <a:off x="3385579" y="2709721"/>
            <a:ext cx="3119314" cy="43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30CEFF-554F-1833-E089-D78FBDFE43B6}"/>
              </a:ext>
            </a:extLst>
          </p:cNvPr>
          <p:cNvSpPr txBox="1"/>
          <p:nvPr/>
        </p:nvSpPr>
        <p:spPr>
          <a:xfrm>
            <a:off x="1577295" y="5045863"/>
            <a:ext cx="2392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/>
              <a:t>KFL</a:t>
            </a:r>
          </a:p>
        </p:txBody>
      </p:sp>
    </p:spTree>
    <p:extLst>
      <p:ext uri="{BB962C8B-B14F-4D97-AF65-F5344CB8AC3E}">
        <p14:creationId xmlns:p14="http://schemas.microsoft.com/office/powerpoint/2010/main" val="2440022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2AEA44-9286-4816-DD94-C606B5DF542B}"/>
              </a:ext>
            </a:extLst>
          </p:cNvPr>
          <p:cNvSpPr/>
          <p:nvPr/>
        </p:nvSpPr>
        <p:spPr>
          <a:xfrm>
            <a:off x="5200102" y="995725"/>
            <a:ext cx="1832159" cy="961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268FC96D-C741-7F8C-1570-9507BF683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55" y="2812923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9DC800-8554-695C-8027-213D7FD85307}"/>
              </a:ext>
            </a:extLst>
          </p:cNvPr>
          <p:cNvSpPr txBox="1"/>
          <p:nvPr/>
        </p:nvSpPr>
        <p:spPr>
          <a:xfrm>
            <a:off x="183891" y="620499"/>
            <a:ext cx="277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Internet (Microsoft Azure)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6715C-6EAC-1FD8-EDA2-C6893006BBFB}"/>
              </a:ext>
            </a:extLst>
          </p:cNvPr>
          <p:cNvSpPr txBox="1"/>
          <p:nvPr/>
        </p:nvSpPr>
        <p:spPr>
          <a:xfrm>
            <a:off x="8457207" y="4949380"/>
            <a:ext cx="332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Customer Internal RR  Network</a:t>
            </a:r>
          </a:p>
          <a:p>
            <a:pPr algn="ctr"/>
            <a:r>
              <a:rPr lang="en-US" dirty="0"/>
              <a:t>(De-tronics/Autronica)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EA7027-7C09-24ED-6B30-365A09EBF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60" y="204283"/>
            <a:ext cx="3791479" cy="466790"/>
          </a:xfrm>
          <a:prstGeom prst="rect">
            <a:avLst/>
          </a:prstGeom>
        </p:spPr>
      </p:pic>
      <p:pic>
        <p:nvPicPr>
          <p:cNvPr id="9" name="Picture 4" descr="Image result for end user icon">
            <a:extLst>
              <a:ext uri="{FF2B5EF4-FFF2-40B4-BE49-F238E27FC236}">
                <a16:creationId xmlns:a16="http://schemas.microsoft.com/office/drawing/2014/main" id="{4CADB091-1FAA-3CF2-D882-59C9EC007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034" y="1459949"/>
            <a:ext cx="909768" cy="9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mage result for cloud server icon">
            <a:extLst>
              <a:ext uri="{FF2B5EF4-FFF2-40B4-BE49-F238E27FC236}">
                <a16:creationId xmlns:a16="http://schemas.microsoft.com/office/drawing/2014/main" id="{67FD34EE-FDD1-7B10-F65D-A1B88A5C7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02" y="1413415"/>
            <a:ext cx="1002836" cy="10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BCFB82-C462-6506-D571-ED2832549A8D}"/>
              </a:ext>
            </a:extLst>
          </p:cNvPr>
          <p:cNvSpPr txBox="1"/>
          <p:nvPr/>
        </p:nvSpPr>
        <p:spPr>
          <a:xfrm>
            <a:off x="-255471" y="1016561"/>
            <a:ext cx="22555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UI Interface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4EF6E-E507-1970-AF7E-B443BBC6EA30}"/>
              </a:ext>
            </a:extLst>
          </p:cNvPr>
          <p:cNvSpPr txBox="1"/>
          <p:nvPr/>
        </p:nvSpPr>
        <p:spPr>
          <a:xfrm>
            <a:off x="1820374" y="2505796"/>
            <a:ext cx="771704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Log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75B7AE-A5FF-FA78-1634-D96A699E27CB}"/>
              </a:ext>
            </a:extLst>
          </p:cNvPr>
          <p:cNvSpPr txBox="1"/>
          <p:nvPr/>
        </p:nvSpPr>
        <p:spPr>
          <a:xfrm>
            <a:off x="3000790" y="1290304"/>
            <a:ext cx="16004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End User PC</a:t>
            </a:r>
          </a:p>
        </p:txBody>
      </p:sp>
      <p:pic>
        <p:nvPicPr>
          <p:cNvPr id="14" name="Picture 12" descr="Image result for cloud server icon">
            <a:extLst>
              <a:ext uri="{FF2B5EF4-FFF2-40B4-BE49-F238E27FC236}">
                <a16:creationId xmlns:a16="http://schemas.microsoft.com/office/drawing/2014/main" id="{FC817545-33FA-B826-3327-CAAA3F878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60" y="2842788"/>
            <a:ext cx="1061105" cy="10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6" descr="Image result for application server icon">
            <a:extLst>
              <a:ext uri="{FF2B5EF4-FFF2-40B4-BE49-F238E27FC236}">
                <a16:creationId xmlns:a16="http://schemas.microsoft.com/office/drawing/2014/main" id="{ACCD0632-A724-DBD1-B302-6065EABB9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381" y="3028384"/>
            <a:ext cx="647948" cy="64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E153CE-D2AE-73CC-AD55-45CA1FD50043}"/>
              </a:ext>
            </a:extLst>
          </p:cNvPr>
          <p:cNvSpPr txBox="1"/>
          <p:nvPr/>
        </p:nvSpPr>
        <p:spPr>
          <a:xfrm>
            <a:off x="9265998" y="3748992"/>
            <a:ext cx="18406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JDE Database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VMC10134PJ052/JDE Mirror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SQL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Will move in future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D5DA8E-4DF6-E206-91E0-C608844AA0A9}"/>
              </a:ext>
            </a:extLst>
          </p:cNvPr>
          <p:cNvSpPr txBox="1"/>
          <p:nvPr/>
        </p:nvSpPr>
        <p:spPr>
          <a:xfrm>
            <a:off x="52889" y="3750036"/>
            <a:ext cx="1398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RR Licensing Servers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BDFE9-27C0-D390-669F-6A180BA21093}"/>
              </a:ext>
            </a:extLst>
          </p:cNvPr>
          <p:cNvSpPr txBox="1"/>
          <p:nvPr/>
        </p:nvSpPr>
        <p:spPr>
          <a:xfrm>
            <a:off x="7754728" y="3501447"/>
            <a:ext cx="1285584" cy="5539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b="1" u="sng" dirty="0"/>
              <a:t>Integration Services</a:t>
            </a:r>
          </a:p>
          <a:p>
            <a:pPr algn="ctr"/>
            <a:r>
              <a:rPr lang="en-US" dirty="0"/>
              <a:t>JDE database log in (Read Only)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720040-4BE4-6AA8-70C0-44F03675A251}"/>
              </a:ext>
            </a:extLst>
          </p:cNvPr>
          <p:cNvSpPr txBox="1"/>
          <p:nvPr/>
        </p:nvSpPr>
        <p:spPr>
          <a:xfrm>
            <a:off x="1707407" y="3250230"/>
            <a:ext cx="91429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JMS Comms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DEA6A9-9D13-B383-83E6-0779A6BC10B5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rot="5400000">
            <a:off x="3110403" y="1851392"/>
            <a:ext cx="259190" cy="129584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6684915-0334-DEDB-D181-E96817ECE520}"/>
              </a:ext>
            </a:extLst>
          </p:cNvPr>
          <p:cNvSpPr txBox="1"/>
          <p:nvPr/>
        </p:nvSpPr>
        <p:spPr>
          <a:xfrm>
            <a:off x="1904653" y="1791723"/>
            <a:ext cx="68742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UI Forms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6E9C43-45DC-0408-DF23-7FDB3DE94763}"/>
              </a:ext>
            </a:extLst>
          </p:cNvPr>
          <p:cNvCxnSpPr>
            <a:cxnSpLocks/>
            <a:stCxn id="20" idx="1"/>
            <a:endCxn id="14" idx="3"/>
          </p:cNvCxnSpPr>
          <p:nvPr/>
        </p:nvCxnSpPr>
        <p:spPr>
          <a:xfrm flipH="1">
            <a:off x="1236265" y="3373341"/>
            <a:ext cx="47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EBF37DC-FE05-FB81-7DCA-F7995CD040A4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rot="10800000" flipV="1">
            <a:off x="705714" y="2628906"/>
            <a:ext cx="1114661" cy="21388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88C3EB-826E-6E11-88E9-A860998F636B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>
            <a:off x="1268538" y="1914833"/>
            <a:ext cx="6361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A66EB2-0B38-9BF1-C502-1291AD02A484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592078" y="1914833"/>
            <a:ext cx="8409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ate Placeholder 263">
            <a:extLst>
              <a:ext uri="{FF2B5EF4-FFF2-40B4-BE49-F238E27FC236}">
                <a16:creationId xmlns:a16="http://schemas.microsoft.com/office/drawing/2014/main" id="{3612E61B-DC83-2215-E836-5EF77E5B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2F0A232-74F7-4DBB-9FB2-CDA06CF463C0}" type="datetime1">
              <a:rPr lang="en-US" smtClean="0"/>
              <a:t>27-Feb-25</a:t>
            </a:fld>
            <a:endParaRPr lang="en-US"/>
          </a:p>
        </p:txBody>
      </p:sp>
      <p:pic>
        <p:nvPicPr>
          <p:cNvPr id="28" name="Picture 20" descr="Image result for firewall">
            <a:extLst>
              <a:ext uri="{FF2B5EF4-FFF2-40B4-BE49-F238E27FC236}">
                <a16:creationId xmlns:a16="http://schemas.microsoft.com/office/drawing/2014/main" id="{057A2FD7-D7B2-2F54-5598-02FE1E0438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2" b="12986"/>
          <a:stretch/>
        </p:blipFill>
        <p:spPr bwMode="auto">
          <a:xfrm rot="5400000">
            <a:off x="1887737" y="2267523"/>
            <a:ext cx="2405781" cy="43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6358F90-762A-9453-F560-E33F0600564F}"/>
              </a:ext>
            </a:extLst>
          </p:cNvPr>
          <p:cNvSpPr txBox="1"/>
          <p:nvPr/>
        </p:nvSpPr>
        <p:spPr>
          <a:xfrm>
            <a:off x="5441772" y="1058468"/>
            <a:ext cx="15006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External IP: 52.251.67.96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Internal IP: 10.181.36.95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dirty="0"/>
              <a:t>RR Agent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5AB69D9-2950-055A-0F36-5CD8B3F7212A}"/>
              </a:ext>
            </a:extLst>
          </p:cNvPr>
          <p:cNvGrpSpPr/>
          <p:nvPr/>
        </p:nvGrpSpPr>
        <p:grpSpPr>
          <a:xfrm>
            <a:off x="8551639" y="999181"/>
            <a:ext cx="1768329" cy="986111"/>
            <a:chOff x="6579117" y="989831"/>
            <a:chExt cx="1768329" cy="1869043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4A75C8-AAE8-BA73-8721-D415FA015320}"/>
                </a:ext>
              </a:extLst>
            </p:cNvPr>
            <p:cNvSpPr/>
            <p:nvPr/>
          </p:nvSpPr>
          <p:spPr>
            <a:xfrm>
              <a:off x="6579117" y="989831"/>
              <a:ext cx="1768329" cy="1869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7F5641-0D78-60E5-901C-16045ACD678D}"/>
                </a:ext>
              </a:extLst>
            </p:cNvPr>
            <p:cNvSpPr txBox="1"/>
            <p:nvPr/>
          </p:nvSpPr>
          <p:spPr>
            <a:xfrm>
              <a:off x="6759109" y="1152488"/>
              <a:ext cx="1500639" cy="163337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New RR Agent Customer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Name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External IP ?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Internal IP ?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205A3B-F56A-A75F-2187-6825FD42C63C}"/>
              </a:ext>
            </a:extLst>
          </p:cNvPr>
          <p:cNvGrpSpPr/>
          <p:nvPr/>
        </p:nvGrpSpPr>
        <p:grpSpPr>
          <a:xfrm>
            <a:off x="5281249" y="2989425"/>
            <a:ext cx="1768329" cy="741437"/>
            <a:chOff x="6579117" y="989831"/>
            <a:chExt cx="1768329" cy="1515960"/>
          </a:xfrm>
          <a:solidFill>
            <a:srgbClr val="92D050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70C699A-F13B-5777-EDE8-21AB84BF7490}"/>
                </a:ext>
              </a:extLst>
            </p:cNvPr>
            <p:cNvSpPr/>
            <p:nvPr/>
          </p:nvSpPr>
          <p:spPr>
            <a:xfrm>
              <a:off x="6579117" y="989831"/>
              <a:ext cx="1768329" cy="15159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560FFB-2423-A225-896B-8953AB5116E8}"/>
                </a:ext>
              </a:extLst>
            </p:cNvPr>
            <p:cNvSpPr txBox="1"/>
            <p:nvPr/>
          </p:nvSpPr>
          <p:spPr>
            <a:xfrm>
              <a:off x="6641128" y="1072796"/>
              <a:ext cx="1654130" cy="113271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Autronica, De-Tronics DBs and SSIS packages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IP: 10.181.36.201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1BD4B5-4EC5-4C52-5DAA-7B7056808E31}"/>
              </a:ext>
            </a:extLst>
          </p:cNvPr>
          <p:cNvCxnSpPr>
            <a:cxnSpLocks/>
            <a:stCxn id="15" idx="1"/>
            <a:endCxn id="36" idx="3"/>
          </p:cNvCxnSpPr>
          <p:nvPr/>
        </p:nvCxnSpPr>
        <p:spPr>
          <a:xfrm flipH="1">
            <a:off x="7049578" y="3352358"/>
            <a:ext cx="2913803" cy="7786"/>
          </a:xfrm>
          <a:prstGeom prst="line">
            <a:avLst/>
          </a:prstGeom>
          <a:ln w="15875" cap="flat" cmpd="sng" algn="ctr">
            <a:solidFill>
              <a:schemeClr val="accent3">
                <a:lumMod val="75000"/>
              </a:schemeClr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D6A8B8B-D671-065A-3890-466526023E7F}"/>
              </a:ext>
            </a:extLst>
          </p:cNvPr>
          <p:cNvSpPr txBox="1"/>
          <p:nvPr/>
        </p:nvSpPr>
        <p:spPr>
          <a:xfrm>
            <a:off x="4715042" y="5064806"/>
            <a:ext cx="3095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Backup, restore De-Tronics and Autronica databases.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Copy, reconfigure, and re-deploy SSIS packages.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Remove De-Tronics, Autronica from existing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 connectivity.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D20BA2-2423-22AE-81EE-553C629BF31C}"/>
              </a:ext>
            </a:extLst>
          </p:cNvPr>
          <p:cNvSpPr txBox="1"/>
          <p:nvPr/>
        </p:nvSpPr>
        <p:spPr>
          <a:xfrm>
            <a:off x="5261059" y="112503"/>
            <a:ext cx="1797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VMC7222PA029 (Existing Server)</a:t>
            </a:r>
            <a:endParaRPr lang="en-US" dirty="0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AE81D29-681C-6078-887E-39B3C1E1079E}"/>
              </a:ext>
            </a:extLst>
          </p:cNvPr>
          <p:cNvSpPr/>
          <p:nvPr/>
        </p:nvSpPr>
        <p:spPr>
          <a:xfrm>
            <a:off x="7170881" y="1140220"/>
            <a:ext cx="1132047" cy="5118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Scenario 1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B855265-44FC-96D9-D6B6-1468AD71ED0D}"/>
              </a:ext>
            </a:extLst>
          </p:cNvPr>
          <p:cNvGrpSpPr/>
          <p:nvPr/>
        </p:nvGrpSpPr>
        <p:grpSpPr>
          <a:xfrm>
            <a:off x="5286160" y="4247149"/>
            <a:ext cx="1768329" cy="775231"/>
            <a:chOff x="3575985" y="4417264"/>
            <a:chExt cx="1768329" cy="106923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E6C189D-5606-FD65-CBA6-7DB7F69BDCEE}"/>
                </a:ext>
              </a:extLst>
            </p:cNvPr>
            <p:cNvSpPr/>
            <p:nvPr/>
          </p:nvSpPr>
          <p:spPr>
            <a:xfrm>
              <a:off x="3575985" y="4417264"/>
              <a:ext cx="1768329" cy="10692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06F6D9-F1F6-0AC0-28A0-62F1F0127C08}"/>
                </a:ext>
              </a:extLst>
            </p:cNvPr>
            <p:cNvSpPr txBox="1"/>
            <p:nvPr/>
          </p:nvSpPr>
          <p:spPr>
            <a:xfrm>
              <a:off x="3637996" y="4475780"/>
              <a:ext cx="1654130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New RR DB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Autronica, De-Tronics DBs and SSIS packages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Internal IP ?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5873453-AF16-73AF-4172-321207AC426C}"/>
              </a:ext>
            </a:extLst>
          </p:cNvPr>
          <p:cNvSpPr txBox="1"/>
          <p:nvPr/>
        </p:nvSpPr>
        <p:spPr>
          <a:xfrm>
            <a:off x="5327495" y="722183"/>
            <a:ext cx="1423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Agent Configuration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0C8F6F-403B-8236-7D41-145D55193A21}"/>
              </a:ext>
            </a:extLst>
          </p:cNvPr>
          <p:cNvSpPr txBox="1"/>
          <p:nvPr/>
        </p:nvSpPr>
        <p:spPr>
          <a:xfrm>
            <a:off x="8270976" y="2027649"/>
            <a:ext cx="2537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Configure new VALC client at GSI.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Move user accounts as applicable.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Update Cloudfare IP with new server info.</a:t>
            </a:r>
          </a:p>
          <a:p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BADEAB-AD02-2860-3FEF-405FAD9E8005}"/>
              </a:ext>
            </a:extLst>
          </p:cNvPr>
          <p:cNvSpPr txBox="1"/>
          <p:nvPr/>
        </p:nvSpPr>
        <p:spPr>
          <a:xfrm>
            <a:off x="6226285" y="4021194"/>
            <a:ext cx="7711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Scenario 2</a:t>
            </a:r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2DE8142B-5EB7-098F-98B0-581866FA110B}"/>
              </a:ext>
            </a:extLst>
          </p:cNvPr>
          <p:cNvSpPr/>
          <p:nvPr/>
        </p:nvSpPr>
        <p:spPr>
          <a:xfrm>
            <a:off x="5857336" y="3778446"/>
            <a:ext cx="405441" cy="46870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C39953-906B-5CC7-C386-83159C1BB82A}"/>
              </a:ext>
            </a:extLst>
          </p:cNvPr>
          <p:cNvSpPr txBox="1"/>
          <p:nvPr/>
        </p:nvSpPr>
        <p:spPr>
          <a:xfrm>
            <a:off x="5036625" y="2583554"/>
            <a:ext cx="216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(Existing DB Server)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C50975-CB23-664D-FED5-9776DEFE9FAF}"/>
              </a:ext>
            </a:extLst>
          </p:cNvPr>
          <p:cNvCxnSpPr>
            <a:stCxn id="9" idx="3"/>
            <a:endCxn id="3" idx="1"/>
          </p:cNvCxnSpPr>
          <p:nvPr/>
        </p:nvCxnSpPr>
        <p:spPr>
          <a:xfrm flipV="1">
            <a:off x="4342802" y="1476253"/>
            <a:ext cx="857300" cy="4385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C67EFD-DC6D-1A7A-B771-D75C954E3861}"/>
              </a:ext>
            </a:extLst>
          </p:cNvPr>
          <p:cNvCxnSpPr>
            <a:cxnSpLocks/>
            <a:stCxn id="71" idx="0"/>
            <a:endCxn id="3" idx="2"/>
          </p:cNvCxnSpPr>
          <p:nvPr/>
        </p:nvCxnSpPr>
        <p:spPr>
          <a:xfrm flipH="1" flipV="1">
            <a:off x="6116182" y="1956781"/>
            <a:ext cx="4924" cy="62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2BD8B6D-0627-5CDD-FE69-639B0AAFD6B2}"/>
              </a:ext>
            </a:extLst>
          </p:cNvPr>
          <p:cNvCxnSpPr>
            <a:cxnSpLocks/>
            <a:endCxn id="20" idx="3"/>
          </p:cNvCxnSpPr>
          <p:nvPr/>
        </p:nvCxnSpPr>
        <p:spPr>
          <a:xfrm rot="10800000" flipV="1">
            <a:off x="2621702" y="1836821"/>
            <a:ext cx="2589756" cy="1536520"/>
          </a:xfrm>
          <a:prstGeom prst="bentConnector3">
            <a:avLst>
              <a:gd name="adj1" fmla="val 15691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83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C264-EA07-49AD-DCD9-4E9C55A5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learing Confusion - TLS &amp;amp; SSL certificates are the same thing. -">
            <a:extLst>
              <a:ext uri="{FF2B5EF4-FFF2-40B4-BE49-F238E27FC236}">
                <a16:creationId xmlns:a16="http://schemas.microsoft.com/office/drawing/2014/main" id="{5DA0910E-8564-2F03-4022-02655C6F4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74" y="2949448"/>
            <a:ext cx="503384" cy="41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C12F9-331F-8073-B903-03FBC192EB78}"/>
              </a:ext>
            </a:extLst>
          </p:cNvPr>
          <p:cNvSpPr txBox="1"/>
          <p:nvPr/>
        </p:nvSpPr>
        <p:spPr>
          <a:xfrm>
            <a:off x="921185" y="5625331"/>
            <a:ext cx="277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Internet (Microsoft Azure)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E21F43-26AF-ECD2-351F-35DAEFAE48B3}"/>
              </a:ext>
            </a:extLst>
          </p:cNvPr>
          <p:cNvSpPr txBox="1"/>
          <p:nvPr/>
        </p:nvSpPr>
        <p:spPr>
          <a:xfrm>
            <a:off x="4999356" y="5613821"/>
            <a:ext cx="332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Customer Internal RR  Network</a:t>
            </a:r>
          </a:p>
          <a:p>
            <a:pPr algn="ctr"/>
            <a:r>
              <a:rPr lang="en-US" dirty="0"/>
              <a:t>(Kidde Fenwal)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4B2B59-5EE7-86F7-36AF-BE259F92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60" y="204283"/>
            <a:ext cx="3791479" cy="466790"/>
          </a:xfrm>
          <a:prstGeom prst="rect">
            <a:avLst/>
          </a:prstGeom>
        </p:spPr>
      </p:pic>
      <p:pic>
        <p:nvPicPr>
          <p:cNvPr id="9" name="Picture 4" descr="Image result for end user icon">
            <a:extLst>
              <a:ext uri="{FF2B5EF4-FFF2-40B4-BE49-F238E27FC236}">
                <a16:creationId xmlns:a16="http://schemas.microsoft.com/office/drawing/2014/main" id="{D42A977C-49FB-D85C-DA0C-73F0BDE93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653" y="1596474"/>
            <a:ext cx="909768" cy="9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mage result for cloud server icon">
            <a:extLst>
              <a:ext uri="{FF2B5EF4-FFF2-40B4-BE49-F238E27FC236}">
                <a16:creationId xmlns:a16="http://schemas.microsoft.com/office/drawing/2014/main" id="{A2317574-C4EB-5805-1298-BEECFC8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21" y="1549940"/>
            <a:ext cx="1002836" cy="100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9C0AEA-4EBA-AB5A-7993-D25BBD91DBA0}"/>
              </a:ext>
            </a:extLst>
          </p:cNvPr>
          <p:cNvSpPr txBox="1"/>
          <p:nvPr/>
        </p:nvSpPr>
        <p:spPr>
          <a:xfrm>
            <a:off x="2544993" y="2642321"/>
            <a:ext cx="771704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Log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49A4F-34B2-C9EA-A306-50508C3A51B1}"/>
              </a:ext>
            </a:extLst>
          </p:cNvPr>
          <p:cNvSpPr txBox="1"/>
          <p:nvPr/>
        </p:nvSpPr>
        <p:spPr>
          <a:xfrm>
            <a:off x="3725409" y="1426829"/>
            <a:ext cx="16004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End User PC</a:t>
            </a:r>
          </a:p>
        </p:txBody>
      </p:sp>
      <p:pic>
        <p:nvPicPr>
          <p:cNvPr id="14" name="Picture 12" descr="Image result for cloud server icon">
            <a:extLst>
              <a:ext uri="{FF2B5EF4-FFF2-40B4-BE49-F238E27FC236}">
                <a16:creationId xmlns:a16="http://schemas.microsoft.com/office/drawing/2014/main" id="{B31054AF-CD24-8EC4-C966-72E994726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79" y="2979313"/>
            <a:ext cx="1061105" cy="106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BC8AB1F5-2BB3-3320-5B14-547743778F02}"/>
              </a:ext>
            </a:extLst>
          </p:cNvPr>
          <p:cNvGrpSpPr/>
          <p:nvPr/>
        </p:nvGrpSpPr>
        <p:grpSpPr>
          <a:xfrm>
            <a:off x="9858014" y="4118636"/>
            <a:ext cx="1840630" cy="1345186"/>
            <a:chOff x="9941023" y="3112736"/>
            <a:chExt cx="1840630" cy="1345186"/>
          </a:xfrm>
        </p:grpSpPr>
        <p:pic>
          <p:nvPicPr>
            <p:cNvPr id="15" name="Picture 16" descr="Image result for application server icon">
              <a:extLst>
                <a:ext uri="{FF2B5EF4-FFF2-40B4-BE49-F238E27FC236}">
                  <a16:creationId xmlns:a16="http://schemas.microsoft.com/office/drawing/2014/main" id="{3AB55658-3C3F-BBC3-17C8-DA1856C8F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45784" y="3112736"/>
              <a:ext cx="647948" cy="647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02EF26-80B3-E49D-7088-6E4ACC4BE3F4}"/>
                </a:ext>
              </a:extLst>
            </p:cNvPr>
            <p:cNvSpPr txBox="1"/>
            <p:nvPr/>
          </p:nvSpPr>
          <p:spPr>
            <a:xfrm>
              <a:off x="9941023" y="3750036"/>
              <a:ext cx="18406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New JDE Database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AUSJDEDBP01.kiddefenwal.net,1435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IP 10.181.50.111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A958763-E857-F467-12DE-EF2AED9FF47E}"/>
              </a:ext>
            </a:extLst>
          </p:cNvPr>
          <p:cNvSpPr txBox="1"/>
          <p:nvPr/>
        </p:nvSpPr>
        <p:spPr>
          <a:xfrm>
            <a:off x="2432026" y="3386755"/>
            <a:ext cx="91429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JMS Comms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7827258-9922-7884-64B0-51FAE5EF0B1A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rot="5400000">
            <a:off x="3835022" y="1987917"/>
            <a:ext cx="259190" cy="129584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3BD3C2-055A-CE02-69B8-8937C11CB75A}"/>
              </a:ext>
            </a:extLst>
          </p:cNvPr>
          <p:cNvSpPr txBox="1"/>
          <p:nvPr/>
        </p:nvSpPr>
        <p:spPr>
          <a:xfrm>
            <a:off x="2629272" y="1928248"/>
            <a:ext cx="687425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UI Forms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947110-DC47-2C63-8747-D4C2474043F2}"/>
              </a:ext>
            </a:extLst>
          </p:cNvPr>
          <p:cNvCxnSpPr>
            <a:cxnSpLocks/>
            <a:stCxn id="20" idx="1"/>
            <a:endCxn id="14" idx="3"/>
          </p:cNvCxnSpPr>
          <p:nvPr/>
        </p:nvCxnSpPr>
        <p:spPr>
          <a:xfrm flipH="1">
            <a:off x="1960884" y="3509866"/>
            <a:ext cx="47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DF64477-1E89-D965-F8BE-5240A0FB961A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rot="10800000" flipV="1">
            <a:off x="1430333" y="2765431"/>
            <a:ext cx="1114661" cy="21388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D00DA0-05C3-B592-CE7D-B3480C5B2C4D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>
            <a:off x="1993157" y="2051358"/>
            <a:ext cx="6361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CC76B2-7667-5A42-B645-18DCC4A2C2D5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3316697" y="2051358"/>
            <a:ext cx="8409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ate Placeholder 263">
            <a:extLst>
              <a:ext uri="{FF2B5EF4-FFF2-40B4-BE49-F238E27FC236}">
                <a16:creationId xmlns:a16="http://schemas.microsoft.com/office/drawing/2014/main" id="{79D7ED6C-A9B6-292D-06BA-AF43A5B4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819" y="6492875"/>
            <a:ext cx="2743200" cy="365125"/>
          </a:xfrm>
        </p:spPr>
        <p:txBody>
          <a:bodyPr/>
          <a:lstStyle/>
          <a:p>
            <a:fld id="{F2F0A232-74F7-4DBB-9FB2-CDA06CF463C0}" type="datetime1">
              <a:rPr lang="en-US" smtClean="0"/>
              <a:t>01-Mar-25</a:t>
            </a:fld>
            <a:endParaRPr lang="en-US" dirty="0"/>
          </a:p>
        </p:txBody>
      </p:sp>
      <p:pic>
        <p:nvPicPr>
          <p:cNvPr id="28" name="Picture 20" descr="Image result for firewall">
            <a:extLst>
              <a:ext uri="{FF2B5EF4-FFF2-40B4-BE49-F238E27FC236}">
                <a16:creationId xmlns:a16="http://schemas.microsoft.com/office/drawing/2014/main" id="{81D7AA1C-D1F3-757A-9708-C03BB21405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2" b="12986"/>
          <a:stretch/>
        </p:blipFill>
        <p:spPr bwMode="auto">
          <a:xfrm rot="5400000">
            <a:off x="1278636" y="3737767"/>
            <a:ext cx="5073219" cy="43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DF6C4EE-0C6E-F5ED-A368-6282593A2334}"/>
              </a:ext>
            </a:extLst>
          </p:cNvPr>
          <p:cNvGrpSpPr/>
          <p:nvPr/>
        </p:nvGrpSpPr>
        <p:grpSpPr>
          <a:xfrm>
            <a:off x="5742494" y="2618434"/>
            <a:ext cx="2044918" cy="805739"/>
            <a:chOff x="6579117" y="989829"/>
            <a:chExt cx="1768329" cy="230513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E0FC53C-02CA-20E3-9A08-4425B57DF6F2}"/>
                </a:ext>
              </a:extLst>
            </p:cNvPr>
            <p:cNvSpPr/>
            <p:nvPr/>
          </p:nvSpPr>
          <p:spPr>
            <a:xfrm>
              <a:off x="6579117" y="989829"/>
              <a:ext cx="1768329" cy="230513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5925FB-8C7C-EED7-915F-5FA1DC446F25}"/>
                </a:ext>
              </a:extLst>
            </p:cNvPr>
            <p:cNvSpPr txBox="1"/>
            <p:nvPr/>
          </p:nvSpPr>
          <p:spPr>
            <a:xfrm>
              <a:off x="6670201" y="1054576"/>
              <a:ext cx="1586159" cy="17006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New RR Agent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AUSXNETRRP01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74.235.18.154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10.181.210.154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B2824F1-D17F-6AE4-6DC1-7450FF2AF63C}"/>
              </a:ext>
            </a:extLst>
          </p:cNvPr>
          <p:cNvSpPr txBox="1"/>
          <p:nvPr/>
        </p:nvSpPr>
        <p:spPr>
          <a:xfrm>
            <a:off x="5746854" y="4591174"/>
            <a:ext cx="2036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Backup, restore KF database.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Enable Sql Agent Job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68BC45E-4F5E-9409-0C00-2FE5332DF17B}"/>
              </a:ext>
            </a:extLst>
          </p:cNvPr>
          <p:cNvGrpSpPr/>
          <p:nvPr/>
        </p:nvGrpSpPr>
        <p:grpSpPr>
          <a:xfrm>
            <a:off x="5880789" y="4403614"/>
            <a:ext cx="1768329" cy="775231"/>
            <a:chOff x="3575985" y="4417264"/>
            <a:chExt cx="1768329" cy="106923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1E27CE3-A4DD-B4A8-358C-401A34D43342}"/>
                </a:ext>
              </a:extLst>
            </p:cNvPr>
            <p:cNvSpPr/>
            <p:nvPr/>
          </p:nvSpPr>
          <p:spPr>
            <a:xfrm>
              <a:off x="3575985" y="4417264"/>
              <a:ext cx="1768329" cy="10692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22ACDF3-FA4E-9550-B576-F93BAD79D0FD}"/>
                </a:ext>
              </a:extLst>
            </p:cNvPr>
            <p:cNvSpPr txBox="1"/>
            <p:nvPr/>
          </p:nvSpPr>
          <p:spPr>
            <a:xfrm>
              <a:off x="3637996" y="4475780"/>
              <a:ext cx="1654130" cy="9763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New RR DB Server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AUSXNETRRDB01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10.181.220.171</a:t>
              </a:r>
            </a:p>
            <a:p>
              <a:pPr marL="171450" indent="-171450">
                <a:buFont typeface="Courier New" panose="02070309020205020404" pitchFamily="49" charset="0"/>
                <a:buChar char="o"/>
              </a:pPr>
              <a:r>
                <a:rPr lang="en-US" sz="1000" dirty="0"/>
                <a:t>DMZ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A4A6C0E-8A48-F2A2-6108-C85CEF99A2EE}"/>
              </a:ext>
            </a:extLst>
          </p:cNvPr>
          <p:cNvCxnSpPr>
            <a:cxnSpLocks/>
          </p:cNvCxnSpPr>
          <p:nvPr/>
        </p:nvCxnSpPr>
        <p:spPr>
          <a:xfrm>
            <a:off x="9128385" y="4791229"/>
            <a:ext cx="709122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2ECEA1-E47F-7959-A017-96DCF25B8A84}"/>
              </a:ext>
            </a:extLst>
          </p:cNvPr>
          <p:cNvCxnSpPr>
            <a:cxnSpLocks/>
          </p:cNvCxnSpPr>
          <p:nvPr/>
        </p:nvCxnSpPr>
        <p:spPr>
          <a:xfrm flipV="1">
            <a:off x="6763035" y="3425435"/>
            <a:ext cx="7306" cy="296985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27272FF-096D-215F-D951-7497DBD83ECC}"/>
              </a:ext>
            </a:extLst>
          </p:cNvPr>
          <p:cNvCxnSpPr>
            <a:cxnSpLocks/>
            <a:stCxn id="31" idx="1"/>
            <a:endCxn id="20" idx="3"/>
          </p:cNvCxnSpPr>
          <p:nvPr/>
        </p:nvCxnSpPr>
        <p:spPr>
          <a:xfrm rot="10800000" flipV="1">
            <a:off x="3346322" y="3021304"/>
            <a:ext cx="2396173" cy="488562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56">
            <a:extLst>
              <a:ext uri="{FF2B5EF4-FFF2-40B4-BE49-F238E27FC236}">
                <a16:creationId xmlns:a16="http://schemas.microsoft.com/office/drawing/2014/main" id="{C0DAB890-256E-2DE7-C28B-6598240B1BFF}"/>
              </a:ext>
            </a:extLst>
          </p:cNvPr>
          <p:cNvSpPr txBox="1"/>
          <p:nvPr/>
        </p:nvSpPr>
        <p:spPr>
          <a:xfrm>
            <a:off x="6346642" y="3723682"/>
            <a:ext cx="836623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1433</a:t>
            </a:r>
          </a:p>
        </p:txBody>
      </p:sp>
      <p:sp>
        <p:nvSpPr>
          <p:cNvPr id="74" name="TextBox 56">
            <a:extLst>
              <a:ext uri="{FF2B5EF4-FFF2-40B4-BE49-F238E27FC236}">
                <a16:creationId xmlns:a16="http://schemas.microsoft.com/office/drawing/2014/main" id="{717EA419-DF96-BE38-89E3-F355E72DDEB1}"/>
              </a:ext>
            </a:extLst>
          </p:cNvPr>
          <p:cNvSpPr txBox="1"/>
          <p:nvPr/>
        </p:nvSpPr>
        <p:spPr>
          <a:xfrm>
            <a:off x="6346642" y="1928247"/>
            <a:ext cx="836623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41750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5F87966-3620-818E-8505-61003CB28C6F}"/>
              </a:ext>
            </a:extLst>
          </p:cNvPr>
          <p:cNvCxnSpPr>
            <a:cxnSpLocks/>
            <a:stCxn id="49" idx="0"/>
            <a:endCxn id="66" idx="2"/>
          </p:cNvCxnSpPr>
          <p:nvPr/>
        </p:nvCxnSpPr>
        <p:spPr>
          <a:xfrm flipV="1">
            <a:off x="6764954" y="3969903"/>
            <a:ext cx="0" cy="433711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3FEE9C4-E327-CC41-0799-479AB7AB031D}"/>
              </a:ext>
            </a:extLst>
          </p:cNvPr>
          <p:cNvCxnSpPr>
            <a:cxnSpLocks/>
          </p:cNvCxnSpPr>
          <p:nvPr/>
        </p:nvCxnSpPr>
        <p:spPr>
          <a:xfrm flipV="1">
            <a:off x="6760376" y="2175730"/>
            <a:ext cx="1" cy="44144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56">
            <a:extLst>
              <a:ext uri="{FF2B5EF4-FFF2-40B4-BE49-F238E27FC236}">
                <a16:creationId xmlns:a16="http://schemas.microsoft.com/office/drawing/2014/main" id="{3250B32E-DD40-B476-CAFF-AAE1479A17C5}"/>
              </a:ext>
            </a:extLst>
          </p:cNvPr>
          <p:cNvSpPr txBox="1"/>
          <p:nvPr/>
        </p:nvSpPr>
        <p:spPr>
          <a:xfrm>
            <a:off x="8291762" y="4668119"/>
            <a:ext cx="836623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1435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C1AF562-721D-2F9A-D39F-DD7EAF1FB93C}"/>
              </a:ext>
            </a:extLst>
          </p:cNvPr>
          <p:cNvCxnSpPr>
            <a:cxnSpLocks/>
            <a:stCxn id="9" idx="3"/>
            <a:endCxn id="74" idx="1"/>
          </p:cNvCxnSpPr>
          <p:nvPr/>
        </p:nvCxnSpPr>
        <p:spPr>
          <a:xfrm>
            <a:off x="5067421" y="2051358"/>
            <a:ext cx="1279221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1568B22-FBF3-1E48-E5EE-85D389D096B8}"/>
              </a:ext>
            </a:extLst>
          </p:cNvPr>
          <p:cNvCxnSpPr>
            <a:cxnSpLocks/>
          </p:cNvCxnSpPr>
          <p:nvPr/>
        </p:nvCxnSpPr>
        <p:spPr>
          <a:xfrm>
            <a:off x="7649118" y="4791229"/>
            <a:ext cx="642644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56">
            <a:extLst>
              <a:ext uri="{FF2B5EF4-FFF2-40B4-BE49-F238E27FC236}">
                <a16:creationId xmlns:a16="http://schemas.microsoft.com/office/drawing/2014/main" id="{76E547F6-5966-1B0C-B9A5-8A8916985854}"/>
              </a:ext>
            </a:extLst>
          </p:cNvPr>
          <p:cNvSpPr txBox="1"/>
          <p:nvPr/>
        </p:nvSpPr>
        <p:spPr>
          <a:xfrm>
            <a:off x="3469396" y="988769"/>
            <a:ext cx="836623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443</a:t>
            </a:r>
          </a:p>
        </p:txBody>
      </p:sp>
      <p:sp>
        <p:nvSpPr>
          <p:cNvPr id="120" name="TextBox 56">
            <a:extLst>
              <a:ext uri="{FF2B5EF4-FFF2-40B4-BE49-F238E27FC236}">
                <a16:creationId xmlns:a16="http://schemas.microsoft.com/office/drawing/2014/main" id="{DFD45A4D-71E8-10AA-29D6-4CFD9F9D7082}"/>
              </a:ext>
            </a:extLst>
          </p:cNvPr>
          <p:cNvSpPr txBox="1"/>
          <p:nvPr/>
        </p:nvSpPr>
        <p:spPr>
          <a:xfrm>
            <a:off x="6339335" y="3718634"/>
            <a:ext cx="836623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Port 1433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CEDE83A-EF99-09A1-8CDE-698E1D76E7DC}"/>
              </a:ext>
            </a:extLst>
          </p:cNvPr>
          <p:cNvSpPr txBox="1"/>
          <p:nvPr/>
        </p:nvSpPr>
        <p:spPr>
          <a:xfrm>
            <a:off x="910160" y="4070283"/>
            <a:ext cx="18565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RR Licensing Servers</a:t>
            </a:r>
          </a:p>
          <a:p>
            <a:r>
              <a:rPr lang="en-US" sz="1000" dirty="0"/>
              <a:t>IP: 168.62.49.184</a:t>
            </a:r>
          </a:p>
          <a:p>
            <a:r>
              <a:rPr lang="en-US" sz="1000" dirty="0"/>
              <a:t>DNS: rr-valc-spa.cloudapp.net</a:t>
            </a:r>
          </a:p>
          <a:p>
            <a:r>
              <a:rPr lang="en-US" sz="1000" dirty="0"/>
              <a:t>IP: 52.170.255.174</a:t>
            </a:r>
          </a:p>
          <a:p>
            <a:r>
              <a:rPr lang="en-US" sz="1000" dirty="0"/>
              <a:t>DNS: rr-spa.cloudapp.net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A6DFA19-4D53-8505-CD3D-9208488E0FC9}"/>
              </a:ext>
            </a:extLst>
          </p:cNvPr>
          <p:cNvSpPr txBox="1"/>
          <p:nvPr/>
        </p:nvSpPr>
        <p:spPr>
          <a:xfrm>
            <a:off x="865538" y="783055"/>
            <a:ext cx="2255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UI Interface Server</a:t>
            </a:r>
          </a:p>
          <a:p>
            <a:r>
              <a:rPr lang="en-US" sz="1000" dirty="0"/>
              <a:t>url: rapidreconciler.getgsi.com</a:t>
            </a:r>
          </a:p>
          <a:p>
            <a:r>
              <a:rPr lang="en-US" sz="1000" dirty="0"/>
              <a:t>url*: rrprod-[companyname].getgsi.com</a:t>
            </a:r>
          </a:p>
          <a:p>
            <a:r>
              <a:rPr lang="en-US" sz="1000" dirty="0"/>
              <a:t>*(url assigned during install)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6E5D593-01CE-A536-8D30-08E9A224C206}"/>
              </a:ext>
            </a:extLst>
          </p:cNvPr>
          <p:cNvCxnSpPr>
            <a:cxnSpLocks/>
          </p:cNvCxnSpPr>
          <p:nvPr/>
        </p:nvCxnSpPr>
        <p:spPr>
          <a:xfrm>
            <a:off x="8492121" y="653913"/>
            <a:ext cx="1279221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E282636-5B61-8F56-7229-8D20BDE2EC3A}"/>
              </a:ext>
            </a:extLst>
          </p:cNvPr>
          <p:cNvCxnSpPr>
            <a:cxnSpLocks/>
          </p:cNvCxnSpPr>
          <p:nvPr/>
        </p:nvCxnSpPr>
        <p:spPr>
          <a:xfrm>
            <a:off x="8492121" y="997848"/>
            <a:ext cx="127922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7255616-EAB8-171F-A4AF-BEA76090201B}"/>
              </a:ext>
            </a:extLst>
          </p:cNvPr>
          <p:cNvSpPr txBox="1"/>
          <p:nvPr/>
        </p:nvSpPr>
        <p:spPr>
          <a:xfrm>
            <a:off x="9863650" y="548597"/>
            <a:ext cx="17213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Internal Comms</a:t>
            </a:r>
          </a:p>
          <a:p>
            <a:endParaRPr lang="en-US" sz="1000" dirty="0"/>
          </a:p>
          <a:p>
            <a:r>
              <a:rPr lang="en-US" sz="1000" dirty="0"/>
              <a:t>External Comms</a:t>
            </a:r>
          </a:p>
        </p:txBody>
      </p:sp>
    </p:spTree>
    <p:extLst>
      <p:ext uri="{BB962C8B-B14F-4D97-AF65-F5344CB8AC3E}">
        <p14:creationId xmlns:p14="http://schemas.microsoft.com/office/powerpoint/2010/main" val="87766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43877</TotalTime>
  <Words>1130</Words>
  <Application>Microsoft Office PowerPoint</Application>
  <PresentationFormat>Widescreen</PresentationFormat>
  <Paragraphs>270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Gutkowski</dc:creator>
  <cp:lastModifiedBy>Edward Gutkowski</cp:lastModifiedBy>
  <cp:revision>44</cp:revision>
  <dcterms:created xsi:type="dcterms:W3CDTF">2017-06-22T15:16:27Z</dcterms:created>
  <dcterms:modified xsi:type="dcterms:W3CDTF">2025-03-01T13:44:39Z</dcterms:modified>
</cp:coreProperties>
</file>